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1597B9-4AA8-4612-A25F-8E3F35DD2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B38AEC0-68BE-4837-AB63-14E019610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7C729A9-0619-4FED-9962-99A97005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E869FFF-4F5A-4CD1-B048-CBDB4B01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6D8019-2AC3-4526-A870-B8366C3D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338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2322FD-7899-42D6-8C6A-DBDAE4D1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3870DEC-35B3-4E6C-A912-6A4AA8AB3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52EB85C-8F7C-4181-9BFC-6DC667CE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9193664-DE6E-44F9-94EF-D4D20CB5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ABB62C0-FD4D-486C-8D9B-8AC0A3E8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484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99B6EB-5D01-4688-BFAE-E5DDACB1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CCA4AB5-EE26-4D7B-AFA9-E6A6F5599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8C43F5-15A2-47D7-B0F6-444CDDFD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5D0BB0F-5762-4CA0-AA8B-B9994B10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7B51EC-73AB-4982-8F6B-C178329D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756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FBCCA3-B38C-469E-B9EB-EA52782A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8E0CF1-54A7-48A6-B3D1-BF084E92E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7E287CD-95E0-4FFA-9FEE-7C409A58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4B542BC-9CD8-456E-9F35-F31200A2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7DF806B-B8F7-463B-81E3-59F5F609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D3762A6-195A-4E1E-9C9F-39E9E1D0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866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75E607-DCA3-4551-80A5-84F69C10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C4C731F-F099-4E6B-B700-67445AD1D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D2B8AE1-FD4B-42AE-96DD-1E421DEB4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0C76764-DDB9-4082-AB40-951715BB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FF35C89-2A53-4373-A67A-E630BB6E6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CEFF38A-9265-49DC-99D1-D2EA288D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9208503-53EB-4774-BBB6-908D3C16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46D28FA-B096-4177-AD09-1B65163D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2735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BBA208-6675-4CDA-93C3-0AD6F35E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D5C360D-ABF2-4FE0-9163-548F47F0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1D38954-E7E1-48BB-BF30-91BD6AFD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41EE28-C7A6-4521-A927-D118289E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992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E5296AF-BB3C-4429-A6F2-7E6E4D3A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CC826A4-B314-4537-8236-CD46C83F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009F40E-1A15-44CB-B075-1D2B61D1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633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D86991-116B-4252-8A13-CFC4F075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3D86B8-17AC-4519-837B-95A5086BC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4EC0DB9-8ABB-4C9E-A905-11AF9D477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121C577-78A3-438D-BBDA-7EF55DC8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71AE35A-3173-46FF-8FA3-3F781BBD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50FEA15-1E2E-4DC3-8FD3-90747D04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196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23898-ED96-4375-A81D-18850C93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81ACF4D-A0DC-4ABA-922F-899D59D4C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1A8DFDB-960C-4F74-9E21-E1E0459FB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1517553-C222-47A7-9BCE-EE821025C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FDD883-15C6-446F-9500-E4081C36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BA58008-26B2-44FD-A597-5BE2F82C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882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3F17CF-7D79-4E68-A611-24F09982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49E6181-A644-447A-85A4-B54D2DE9A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37B4A1-4B5C-41F8-9461-035F1D0E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D962A18-2A99-4F96-A56E-EBED8EA4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DDCD3D5-9D49-401D-A299-23B55340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742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80CB049-DC15-4501-8DDB-B0132E9E8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D8BEE75-2ACE-4604-9B42-23476FBFA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0033EF-98D8-4A6D-8D92-20D95518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1D9EE47-B230-4C35-AAE7-38B7A8B6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FD581AC-099D-4D06-8798-C04715FF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70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A8ABA5A-D8A9-467B-AF31-2B767D2C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0CFDA3E-0EDF-4983-A474-9AE724C47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2B84B19-5D4B-4BFC-9187-F540DDEA6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58586-B932-483E-BC5D-EFFB2AD5EB1E}" type="datetimeFigureOut">
              <a:rPr lang="cs-CZ" smtClean="0"/>
              <a:t>27.11.2021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2B0640-29F5-408E-A446-3C080C97F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12F48E3-1D4C-4436-B52F-F3984446A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681C7-6470-440C-9C97-D716CF712A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332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697083-7CD6-4396-8A66-1DFFB3DC4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0117" y="842682"/>
            <a:ext cx="7171765" cy="2329890"/>
          </a:xfrm>
        </p:spPr>
        <p:txBody>
          <a:bodyPr>
            <a:normAutofit fontScale="90000"/>
          </a:bodyPr>
          <a:lstStyle/>
          <a:p>
            <a:r>
              <a:rPr lang="cs-CZ" dirty="0"/>
              <a:t>Správce hesel s </a:t>
            </a:r>
            <a:r>
              <a:rPr lang="cs-CZ" dirty="0" err="1"/>
              <a:t>dvoufaktorovou</a:t>
            </a:r>
            <a:r>
              <a:rPr lang="cs-CZ" dirty="0"/>
              <a:t> autentizací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60AFED5-0D53-4C68-AEDD-97B103246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318" y="3882652"/>
            <a:ext cx="2554941" cy="1460313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l"/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Oliver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Bielik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(231229)</a:t>
            </a:r>
          </a:p>
          <a:p>
            <a:pPr algn="l"/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Vojtěch Vaculík (230338)</a:t>
            </a:r>
            <a:endParaRPr lang="cs-CZ" sz="1800" dirty="0"/>
          </a:p>
          <a:p>
            <a:pPr algn="l"/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David Zeman (231304)</a:t>
            </a:r>
          </a:p>
          <a:p>
            <a:pPr algn="l"/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Michal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Žernovič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(230923)</a:t>
            </a:r>
          </a:p>
        </p:txBody>
      </p:sp>
      <p:pic>
        <p:nvPicPr>
          <p:cNvPr id="4" name="Obrázok 1" descr="ELEKTRON-Fotogalerie">
            <a:extLst>
              <a:ext uri="{FF2B5EF4-FFF2-40B4-BE49-F238E27FC236}">
                <a16:creationId xmlns:a16="http://schemas.microsoft.com/office/drawing/2014/main" id="{4E71E07D-A3C8-4366-AB4F-3A9578C60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32" y="3685429"/>
            <a:ext cx="6316857" cy="2050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5402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DEB606-A8CC-4B11-91A9-C1180603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9A8555-E977-49DC-845E-78306607C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564731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</Words>
  <Application>Microsoft Office PowerPoint</Application>
  <PresentationFormat>Širokoúhlá obrazovka</PresentationFormat>
  <Paragraphs>5</Paragraphs>
  <Slides>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Motiv Office</vt:lpstr>
      <vt:lpstr>Správce hesel s dvoufaktorovou autentizací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Správce hesel s dvoufaktorovou autentizací</dc:title>
  <dc:creator>David Zeman</dc:creator>
  <cp:lastModifiedBy>David Zeman</cp:lastModifiedBy>
  <cp:revision>1</cp:revision>
  <dcterms:created xsi:type="dcterms:W3CDTF">2021-11-27T14:55:43Z</dcterms:created>
  <dcterms:modified xsi:type="dcterms:W3CDTF">2021-11-27T14:59:41Z</dcterms:modified>
</cp:coreProperties>
</file>