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4" r:id="rId2"/>
  </p:sldMasterIdLst>
  <p:sldIdLst>
    <p:sldId id="256" r:id="rId3"/>
    <p:sldId id="257" r:id="rId4"/>
    <p:sldId id="260" r:id="rId5"/>
    <p:sldId id="261" r:id="rId6"/>
    <p:sldId id="262" r:id="rId7"/>
    <p:sldId id="265" r:id="rId8"/>
    <p:sldId id="259" r:id="rId9"/>
    <p:sldId id="266" r:id="rId10"/>
    <p:sldId id="264" r:id="rId1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27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aticon.com/" TargetMode="External"/><Relationship Id="rId2" Type="http://schemas.openxmlformats.org/officeDocument/2006/relationships/hyperlink" Target="https://slidesgo.com/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freepik.com/" TargetMode="Externa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86633" y="1766000"/>
            <a:ext cx="9418800" cy="27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8666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86667" y="4502800"/>
            <a:ext cx="9418800" cy="5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-343967" y="-96733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" name="Google Shape;13;p2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" name="Google Shape;14;p2"/>
          <p:cNvCxnSpPr/>
          <p:nvPr/>
        </p:nvCxnSpPr>
        <p:spPr>
          <a:xfrm flipH="1">
            <a:off x="8623267" y="5247167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31317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3619400" y="3391951"/>
            <a:ext cx="4953200" cy="86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None/>
              <a:defRPr sz="6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4995400" y="1971900"/>
            <a:ext cx="2201200" cy="13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9333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3055200" y="4372833"/>
            <a:ext cx="6081600" cy="52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9" name="Google Shape;19;p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" name="Google Shape;20;p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" name="Google Shape;21;p3"/>
          <p:cNvCxnSpPr/>
          <p:nvPr/>
        </p:nvCxnSpPr>
        <p:spPr>
          <a:xfrm flipH="1">
            <a:off x="10598567" y="5306367"/>
            <a:ext cx="1838000" cy="1648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Google Shape;22;p3"/>
          <p:cNvCxnSpPr/>
          <p:nvPr/>
        </p:nvCxnSpPr>
        <p:spPr>
          <a:xfrm flipH="1">
            <a:off x="-150500" y="-118267"/>
            <a:ext cx="1891600" cy="1419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707428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628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951000" y="1697233"/>
            <a:ext cx="10290000" cy="439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467"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cxnSp>
        <p:nvCxnSpPr>
          <p:cNvPr id="26" name="Google Shape;26;p4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27;p4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" name="Google Shape;28;p4"/>
          <p:cNvCxnSpPr/>
          <p:nvPr/>
        </p:nvCxnSpPr>
        <p:spPr>
          <a:xfrm>
            <a:off x="9179867" y="-151467"/>
            <a:ext cx="3420800" cy="1741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209835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7574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1"/>
          </p:nvPr>
        </p:nvSpPr>
        <p:spPr>
          <a:xfrm>
            <a:off x="6718633" y="3532033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2"/>
          </p:nvPr>
        </p:nvSpPr>
        <p:spPr>
          <a:xfrm>
            <a:off x="6718633" y="3948267"/>
            <a:ext cx="3314800" cy="12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3"/>
          </p:nvPr>
        </p:nvSpPr>
        <p:spPr>
          <a:xfrm>
            <a:off x="2257567" y="3532033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ubTitle" idx="4"/>
          </p:nvPr>
        </p:nvSpPr>
        <p:spPr>
          <a:xfrm>
            <a:off x="2257567" y="3948267"/>
            <a:ext cx="3314800" cy="12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35" name="Google Shape;35;p5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" name="Google Shape;36;p5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" name="Google Shape;37;p5"/>
          <p:cNvCxnSpPr/>
          <p:nvPr/>
        </p:nvCxnSpPr>
        <p:spPr>
          <a:xfrm flipH="1">
            <a:off x="9247667" y="5241767"/>
            <a:ext cx="3399200" cy="1806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25544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40" name="Google Shape;40;p6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" name="Google Shape;41;p6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4088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147167" y="1910733"/>
            <a:ext cx="2300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ubTitle" idx="2"/>
          </p:nvPr>
        </p:nvSpPr>
        <p:spPr>
          <a:xfrm>
            <a:off x="2996667" y="2386733"/>
            <a:ext cx="6880400" cy="32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R="67732" lvl="0" rtl="0">
              <a:lnSpc>
                <a:spcPct val="166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867">
                <a:solidFill>
                  <a:srgbClr val="374957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5729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46" name="Google Shape;46;p7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" name="Google Shape;47;p7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636639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 txBox="1">
            <a:spLocks noGrp="1"/>
          </p:cNvSpPr>
          <p:nvPr>
            <p:ph type="title"/>
          </p:nvPr>
        </p:nvSpPr>
        <p:spPr>
          <a:xfrm>
            <a:off x="1496667" y="1633867"/>
            <a:ext cx="9198800" cy="359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50" name="Google Shape;50;p8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Google Shape;51;p8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" name="Google Shape;52;p8"/>
          <p:cNvCxnSpPr/>
          <p:nvPr/>
        </p:nvCxnSpPr>
        <p:spPr>
          <a:xfrm flipH="1">
            <a:off x="9457667" y="5246767"/>
            <a:ext cx="3110400" cy="1796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8"/>
          <p:cNvCxnSpPr/>
          <p:nvPr/>
        </p:nvCxnSpPr>
        <p:spPr>
          <a:xfrm flipH="1">
            <a:off x="-560600" y="-162133"/>
            <a:ext cx="3110400" cy="1796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43916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subTitle" idx="1"/>
          </p:nvPr>
        </p:nvSpPr>
        <p:spPr>
          <a:xfrm>
            <a:off x="1194600" y="2242667"/>
            <a:ext cx="5129600" cy="3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7573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57" name="Google Shape;57;p9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" name="Google Shape;58;p9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" name="Google Shape;59;p9"/>
          <p:cNvCxnSpPr/>
          <p:nvPr/>
        </p:nvCxnSpPr>
        <p:spPr>
          <a:xfrm flipH="1">
            <a:off x="7900600" y="3730000"/>
            <a:ext cx="4504000" cy="3289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56101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0"/>
          <p:cNvSpPr txBox="1">
            <a:spLocks noGrp="1"/>
          </p:cNvSpPr>
          <p:nvPr>
            <p:ph type="body" idx="1"/>
          </p:nvPr>
        </p:nvSpPr>
        <p:spPr>
          <a:xfrm>
            <a:off x="950967" y="719333"/>
            <a:ext cx="4742800" cy="130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4000">
                <a:latin typeface="Vidaloka"/>
                <a:ea typeface="Vidaloka"/>
                <a:cs typeface="Vidaloka"/>
                <a:sym typeface="Vidaloka"/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cxnSp>
        <p:nvCxnSpPr>
          <p:cNvPr id="62" name="Google Shape;62;p10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" name="Google Shape;63;p10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" name="Google Shape;64;p10"/>
          <p:cNvCxnSpPr/>
          <p:nvPr/>
        </p:nvCxnSpPr>
        <p:spPr>
          <a:xfrm rot="10800000" flipH="1">
            <a:off x="8193300" y="4138300"/>
            <a:ext cx="4157600" cy="29348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39835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 hasCustomPrompt="1"/>
          </p:nvPr>
        </p:nvSpPr>
        <p:spPr>
          <a:xfrm>
            <a:off x="950967" y="1997017"/>
            <a:ext cx="10290000" cy="219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2019100" y="4371717"/>
            <a:ext cx="8160400" cy="5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68" name="Google Shape;68;p11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" name="Google Shape;69;p11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Google Shape;70;p11"/>
          <p:cNvCxnSpPr/>
          <p:nvPr/>
        </p:nvCxnSpPr>
        <p:spPr>
          <a:xfrm>
            <a:off x="-333633" y="5435267"/>
            <a:ext cx="2569200" cy="1548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" name="Google Shape;71;p11"/>
          <p:cNvCxnSpPr/>
          <p:nvPr/>
        </p:nvCxnSpPr>
        <p:spPr>
          <a:xfrm>
            <a:off x="9921533" y="-64500"/>
            <a:ext cx="2569200" cy="1548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79130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71366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">
  <p:cSld name="Table of Conten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3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4778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"/>
          </p:nvPr>
        </p:nvSpPr>
        <p:spPr>
          <a:xfrm>
            <a:off x="6668000" y="25905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2"/>
          </p:nvPr>
        </p:nvSpPr>
        <p:spPr>
          <a:xfrm>
            <a:off x="6668000" y="30068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ubTitle" idx="3"/>
          </p:nvPr>
        </p:nvSpPr>
        <p:spPr>
          <a:xfrm>
            <a:off x="2206933" y="25905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4"/>
          </p:nvPr>
        </p:nvSpPr>
        <p:spPr>
          <a:xfrm>
            <a:off x="2206933" y="30068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5"/>
          </p:nvPr>
        </p:nvSpPr>
        <p:spPr>
          <a:xfrm>
            <a:off x="6668000" y="49652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6"/>
          </p:nvPr>
        </p:nvSpPr>
        <p:spPr>
          <a:xfrm>
            <a:off x="6668000" y="53815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7"/>
          </p:nvPr>
        </p:nvSpPr>
        <p:spPr>
          <a:xfrm>
            <a:off x="2206933" y="49652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8"/>
          </p:nvPr>
        </p:nvSpPr>
        <p:spPr>
          <a:xfrm>
            <a:off x="2207000" y="53815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9" hasCustomPrompt="1"/>
          </p:nvPr>
        </p:nvSpPr>
        <p:spPr>
          <a:xfrm>
            <a:off x="3171533" y="17381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4" name="Google Shape;84;p13"/>
          <p:cNvSpPr txBox="1">
            <a:spLocks noGrp="1"/>
          </p:cNvSpPr>
          <p:nvPr>
            <p:ph type="title" idx="13" hasCustomPrompt="1"/>
          </p:nvPr>
        </p:nvSpPr>
        <p:spPr>
          <a:xfrm>
            <a:off x="7632600" y="17381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idx="14" hasCustomPrompt="1"/>
          </p:nvPr>
        </p:nvSpPr>
        <p:spPr>
          <a:xfrm>
            <a:off x="3171600" y="41103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15" hasCustomPrompt="1"/>
          </p:nvPr>
        </p:nvSpPr>
        <p:spPr>
          <a:xfrm>
            <a:off x="7632600" y="41103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cxnSp>
        <p:nvCxnSpPr>
          <p:cNvPr id="87" name="Google Shape;87;p1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" name="Google Shape;88;p1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0749566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>
            <a:spLocks noGrp="1"/>
          </p:cNvSpPr>
          <p:nvPr>
            <p:ph type="title"/>
          </p:nvPr>
        </p:nvSpPr>
        <p:spPr>
          <a:xfrm>
            <a:off x="3214000" y="3910367"/>
            <a:ext cx="5764000" cy="6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subTitle" idx="1"/>
          </p:nvPr>
        </p:nvSpPr>
        <p:spPr>
          <a:xfrm>
            <a:off x="2457200" y="2215951"/>
            <a:ext cx="7277600" cy="13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92" name="Google Shape;92;p14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" name="Google Shape;93;p14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806965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"/>
          <p:cNvSpPr txBox="1">
            <a:spLocks noGrp="1"/>
          </p:cNvSpPr>
          <p:nvPr>
            <p:ph type="title"/>
          </p:nvPr>
        </p:nvSpPr>
        <p:spPr>
          <a:xfrm>
            <a:off x="2659800" y="2263317"/>
            <a:ext cx="6872400" cy="150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96" name="Google Shape;96;p15"/>
          <p:cNvSpPr txBox="1">
            <a:spLocks noGrp="1"/>
          </p:cNvSpPr>
          <p:nvPr>
            <p:ph type="subTitle" idx="1"/>
          </p:nvPr>
        </p:nvSpPr>
        <p:spPr>
          <a:xfrm>
            <a:off x="3066000" y="3962867"/>
            <a:ext cx="6060000" cy="7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97" name="Google Shape;97;p15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" name="Google Shape;98;p15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1251190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01" name="Google Shape;101;p16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2" name="Google Shape;102;p16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" name="Google Shape;103;p16"/>
          <p:cNvCxnSpPr/>
          <p:nvPr/>
        </p:nvCxnSpPr>
        <p:spPr>
          <a:xfrm>
            <a:off x="9609800" y="-204233"/>
            <a:ext cx="2827200" cy="1698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1032886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>
            <a:spLocks noGrp="1"/>
          </p:cNvSpPr>
          <p:nvPr>
            <p:ph type="title"/>
          </p:nvPr>
        </p:nvSpPr>
        <p:spPr>
          <a:xfrm>
            <a:off x="6608133" y="3289833"/>
            <a:ext cx="3300400" cy="86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667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06" name="Google Shape;106;p17"/>
          <p:cNvSpPr txBox="1">
            <a:spLocks noGrp="1"/>
          </p:cNvSpPr>
          <p:nvPr>
            <p:ph type="title" idx="2" hasCustomPrompt="1"/>
          </p:nvPr>
        </p:nvSpPr>
        <p:spPr>
          <a:xfrm>
            <a:off x="6608133" y="1869767"/>
            <a:ext cx="2201200" cy="13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9333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9pPr>
          </a:lstStyle>
          <a:p>
            <a:r>
              <a:t>xx%</a:t>
            </a:r>
          </a:p>
        </p:txBody>
      </p:sp>
      <p:sp>
        <p:nvSpPr>
          <p:cNvPr id="107" name="Google Shape;107;p17"/>
          <p:cNvSpPr txBox="1">
            <a:spLocks noGrp="1"/>
          </p:cNvSpPr>
          <p:nvPr>
            <p:ph type="subTitle" idx="1"/>
          </p:nvPr>
        </p:nvSpPr>
        <p:spPr>
          <a:xfrm>
            <a:off x="6608133" y="4155033"/>
            <a:ext cx="3300400" cy="83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08" name="Google Shape;108;p17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9" name="Google Shape;109;p17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0" name="Google Shape;110;p17"/>
          <p:cNvCxnSpPr/>
          <p:nvPr/>
        </p:nvCxnSpPr>
        <p:spPr>
          <a:xfrm>
            <a:off x="-279467" y="3203267"/>
            <a:ext cx="4192400" cy="3719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588080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8"/>
          <p:cNvSpPr txBox="1">
            <a:spLocks noGrp="1"/>
          </p:cNvSpPr>
          <p:nvPr>
            <p:ph type="title"/>
          </p:nvPr>
        </p:nvSpPr>
        <p:spPr>
          <a:xfrm>
            <a:off x="1391633" y="1580733"/>
            <a:ext cx="4164000" cy="269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46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13" name="Google Shape;113;p18"/>
          <p:cNvSpPr txBox="1">
            <a:spLocks noGrp="1"/>
          </p:cNvSpPr>
          <p:nvPr>
            <p:ph type="subTitle" idx="1"/>
          </p:nvPr>
        </p:nvSpPr>
        <p:spPr>
          <a:xfrm>
            <a:off x="1391633" y="4481251"/>
            <a:ext cx="4018000" cy="10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14" name="Google Shape;114;p18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8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18"/>
          <p:cNvCxnSpPr/>
          <p:nvPr/>
        </p:nvCxnSpPr>
        <p:spPr>
          <a:xfrm>
            <a:off x="7096867" y="-107500"/>
            <a:ext cx="5340000" cy="267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23175665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9"/>
          <p:cNvSpPr txBox="1">
            <a:spLocks noGrp="1"/>
          </p:cNvSpPr>
          <p:nvPr>
            <p:ph type="subTitle" idx="1"/>
          </p:nvPr>
        </p:nvSpPr>
        <p:spPr>
          <a:xfrm>
            <a:off x="4678667" y="3514833"/>
            <a:ext cx="283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19" name="Google Shape;119;p19"/>
          <p:cNvSpPr txBox="1">
            <a:spLocks noGrp="1"/>
          </p:cNvSpPr>
          <p:nvPr>
            <p:ph type="subTitle" idx="2"/>
          </p:nvPr>
        </p:nvSpPr>
        <p:spPr>
          <a:xfrm>
            <a:off x="4678700" y="3968167"/>
            <a:ext cx="2834800" cy="10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0" name="Google Shape;120;p19"/>
          <p:cNvSpPr txBox="1">
            <a:spLocks noGrp="1"/>
          </p:cNvSpPr>
          <p:nvPr>
            <p:ph type="subTitle" idx="3"/>
          </p:nvPr>
        </p:nvSpPr>
        <p:spPr>
          <a:xfrm>
            <a:off x="1270700" y="3514833"/>
            <a:ext cx="283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1" name="Google Shape;121;p19"/>
          <p:cNvSpPr txBox="1">
            <a:spLocks noGrp="1"/>
          </p:cNvSpPr>
          <p:nvPr>
            <p:ph type="subTitle" idx="4"/>
          </p:nvPr>
        </p:nvSpPr>
        <p:spPr>
          <a:xfrm>
            <a:off x="1270833" y="3968167"/>
            <a:ext cx="2834800" cy="10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2" name="Google Shape;122;p19"/>
          <p:cNvSpPr txBox="1">
            <a:spLocks noGrp="1"/>
          </p:cNvSpPr>
          <p:nvPr>
            <p:ph type="subTitle" idx="5"/>
          </p:nvPr>
        </p:nvSpPr>
        <p:spPr>
          <a:xfrm>
            <a:off x="8086500" y="3514833"/>
            <a:ext cx="283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3" name="Google Shape;123;p19"/>
          <p:cNvSpPr txBox="1">
            <a:spLocks noGrp="1"/>
          </p:cNvSpPr>
          <p:nvPr>
            <p:ph type="subTitle" idx="6"/>
          </p:nvPr>
        </p:nvSpPr>
        <p:spPr>
          <a:xfrm>
            <a:off x="8086500" y="3968167"/>
            <a:ext cx="2834800" cy="10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4" name="Google Shape;124;p1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8874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25" name="Google Shape;125;p19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6" name="Google Shape;126;p19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207182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>
            <a:spLocks noGrp="1"/>
          </p:cNvSpPr>
          <p:nvPr>
            <p:ph type="subTitle" idx="1"/>
          </p:nvPr>
        </p:nvSpPr>
        <p:spPr>
          <a:xfrm>
            <a:off x="4957767" y="4522367"/>
            <a:ext cx="2190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subTitle" idx="2"/>
          </p:nvPr>
        </p:nvSpPr>
        <p:spPr>
          <a:xfrm>
            <a:off x="4823567" y="4975700"/>
            <a:ext cx="245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867">
                <a:solidFill>
                  <a:srgbClr val="02020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0" name="Google Shape;130;p20"/>
          <p:cNvSpPr txBox="1">
            <a:spLocks noGrp="1"/>
          </p:cNvSpPr>
          <p:nvPr>
            <p:ph type="subTitle" idx="3"/>
          </p:nvPr>
        </p:nvSpPr>
        <p:spPr>
          <a:xfrm>
            <a:off x="1770700" y="4522367"/>
            <a:ext cx="2190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subTitle" idx="4"/>
          </p:nvPr>
        </p:nvSpPr>
        <p:spPr>
          <a:xfrm>
            <a:off x="1636568" y="4975700"/>
            <a:ext cx="245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867">
                <a:solidFill>
                  <a:srgbClr val="02020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subTitle" idx="5"/>
          </p:nvPr>
        </p:nvSpPr>
        <p:spPr>
          <a:xfrm>
            <a:off x="8144733" y="4522367"/>
            <a:ext cx="2190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6"/>
          </p:nvPr>
        </p:nvSpPr>
        <p:spPr>
          <a:xfrm>
            <a:off x="8010733" y="4975700"/>
            <a:ext cx="245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867">
                <a:solidFill>
                  <a:srgbClr val="02020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4" name="Google Shape;134;p2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4251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35" name="Google Shape;135;p20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" name="Google Shape;136;p20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126312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1"/>
          <p:cNvSpPr txBox="1">
            <a:spLocks noGrp="1"/>
          </p:cNvSpPr>
          <p:nvPr>
            <p:ph type="subTitle" idx="1"/>
          </p:nvPr>
        </p:nvSpPr>
        <p:spPr>
          <a:xfrm>
            <a:off x="4552067" y="2415984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2"/>
          </p:nvPr>
        </p:nvSpPr>
        <p:spPr>
          <a:xfrm>
            <a:off x="4752267" y="2869333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0" name="Google Shape;140;p21"/>
          <p:cNvSpPr txBox="1">
            <a:spLocks noGrp="1"/>
          </p:cNvSpPr>
          <p:nvPr>
            <p:ph type="subTitle" idx="3"/>
          </p:nvPr>
        </p:nvSpPr>
        <p:spPr>
          <a:xfrm>
            <a:off x="940967" y="2415984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1" name="Google Shape;141;p21"/>
          <p:cNvSpPr txBox="1">
            <a:spLocks noGrp="1"/>
          </p:cNvSpPr>
          <p:nvPr>
            <p:ph type="subTitle" idx="4"/>
          </p:nvPr>
        </p:nvSpPr>
        <p:spPr>
          <a:xfrm>
            <a:off x="1141167" y="2869333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2" name="Google Shape;142;p21"/>
          <p:cNvSpPr txBox="1">
            <a:spLocks noGrp="1"/>
          </p:cNvSpPr>
          <p:nvPr>
            <p:ph type="subTitle" idx="5"/>
          </p:nvPr>
        </p:nvSpPr>
        <p:spPr>
          <a:xfrm>
            <a:off x="8163100" y="2415984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3" name="Google Shape;143;p21"/>
          <p:cNvSpPr txBox="1">
            <a:spLocks noGrp="1"/>
          </p:cNvSpPr>
          <p:nvPr>
            <p:ph type="subTitle" idx="6"/>
          </p:nvPr>
        </p:nvSpPr>
        <p:spPr>
          <a:xfrm>
            <a:off x="8363300" y="2869333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4" name="Google Shape;144;p21"/>
          <p:cNvSpPr txBox="1">
            <a:spLocks noGrp="1"/>
          </p:cNvSpPr>
          <p:nvPr>
            <p:ph type="subTitle" idx="7"/>
          </p:nvPr>
        </p:nvSpPr>
        <p:spPr>
          <a:xfrm>
            <a:off x="4552067" y="4724617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5" name="Google Shape;145;p21"/>
          <p:cNvSpPr txBox="1">
            <a:spLocks noGrp="1"/>
          </p:cNvSpPr>
          <p:nvPr>
            <p:ph type="subTitle" idx="8"/>
          </p:nvPr>
        </p:nvSpPr>
        <p:spPr>
          <a:xfrm>
            <a:off x="4752267" y="5177967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6" name="Google Shape;146;p21"/>
          <p:cNvSpPr txBox="1">
            <a:spLocks noGrp="1"/>
          </p:cNvSpPr>
          <p:nvPr>
            <p:ph type="subTitle" idx="9"/>
          </p:nvPr>
        </p:nvSpPr>
        <p:spPr>
          <a:xfrm>
            <a:off x="940967" y="4724617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7" name="Google Shape;147;p21"/>
          <p:cNvSpPr txBox="1">
            <a:spLocks noGrp="1"/>
          </p:cNvSpPr>
          <p:nvPr>
            <p:ph type="subTitle" idx="13"/>
          </p:nvPr>
        </p:nvSpPr>
        <p:spPr>
          <a:xfrm>
            <a:off x="1141167" y="5177967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8" name="Google Shape;148;p21"/>
          <p:cNvSpPr txBox="1">
            <a:spLocks noGrp="1"/>
          </p:cNvSpPr>
          <p:nvPr>
            <p:ph type="subTitle" idx="14"/>
          </p:nvPr>
        </p:nvSpPr>
        <p:spPr>
          <a:xfrm>
            <a:off x="8163100" y="4724617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9" name="Google Shape;149;p21"/>
          <p:cNvSpPr txBox="1">
            <a:spLocks noGrp="1"/>
          </p:cNvSpPr>
          <p:nvPr>
            <p:ph type="subTitle" idx="15"/>
          </p:nvPr>
        </p:nvSpPr>
        <p:spPr>
          <a:xfrm>
            <a:off x="8363300" y="5177967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0" name="Google Shape;150;p2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810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51" name="Google Shape;151;p21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" name="Google Shape;152;p21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417663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 and four columns 1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>
            <a:spLocks noGrp="1"/>
          </p:cNvSpPr>
          <p:nvPr>
            <p:ph type="subTitle" idx="1"/>
          </p:nvPr>
        </p:nvSpPr>
        <p:spPr>
          <a:xfrm>
            <a:off x="6555800" y="2627200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5" name="Google Shape;155;p22"/>
          <p:cNvSpPr txBox="1">
            <a:spLocks noGrp="1"/>
          </p:cNvSpPr>
          <p:nvPr>
            <p:ph type="subTitle" idx="2"/>
          </p:nvPr>
        </p:nvSpPr>
        <p:spPr>
          <a:xfrm>
            <a:off x="6745200" y="3080551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6" name="Google Shape;156;p22"/>
          <p:cNvSpPr txBox="1">
            <a:spLocks noGrp="1"/>
          </p:cNvSpPr>
          <p:nvPr>
            <p:ph type="subTitle" idx="3"/>
          </p:nvPr>
        </p:nvSpPr>
        <p:spPr>
          <a:xfrm>
            <a:off x="2548200" y="2627200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7" name="Google Shape;157;p22"/>
          <p:cNvSpPr txBox="1">
            <a:spLocks noGrp="1"/>
          </p:cNvSpPr>
          <p:nvPr>
            <p:ph type="subTitle" idx="4"/>
          </p:nvPr>
        </p:nvSpPr>
        <p:spPr>
          <a:xfrm>
            <a:off x="2737733" y="3080551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8" name="Google Shape;158;p22"/>
          <p:cNvSpPr txBox="1">
            <a:spLocks noGrp="1"/>
          </p:cNvSpPr>
          <p:nvPr>
            <p:ph type="subTitle" idx="5"/>
          </p:nvPr>
        </p:nvSpPr>
        <p:spPr>
          <a:xfrm>
            <a:off x="6555800" y="4834051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9" name="Google Shape;159;p22"/>
          <p:cNvSpPr txBox="1">
            <a:spLocks noGrp="1"/>
          </p:cNvSpPr>
          <p:nvPr>
            <p:ph type="subTitle" idx="6"/>
          </p:nvPr>
        </p:nvSpPr>
        <p:spPr>
          <a:xfrm>
            <a:off x="6745200" y="5287400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0" name="Google Shape;160;p22"/>
          <p:cNvSpPr txBox="1">
            <a:spLocks noGrp="1"/>
          </p:cNvSpPr>
          <p:nvPr>
            <p:ph type="subTitle" idx="7"/>
          </p:nvPr>
        </p:nvSpPr>
        <p:spPr>
          <a:xfrm>
            <a:off x="2548200" y="4834051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1" name="Google Shape;161;p22"/>
          <p:cNvSpPr txBox="1">
            <a:spLocks noGrp="1"/>
          </p:cNvSpPr>
          <p:nvPr>
            <p:ph type="subTitle" idx="8"/>
          </p:nvPr>
        </p:nvSpPr>
        <p:spPr>
          <a:xfrm>
            <a:off x="2737600" y="5287400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2" name="Google Shape;162;p22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8640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63" name="Google Shape;163;p22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" name="Google Shape;164;p22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010043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Title and three columns 2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3"/>
          <p:cNvSpPr txBox="1">
            <a:spLocks noGrp="1"/>
          </p:cNvSpPr>
          <p:nvPr>
            <p:ph type="subTitle" idx="1"/>
          </p:nvPr>
        </p:nvSpPr>
        <p:spPr>
          <a:xfrm>
            <a:off x="4757500" y="3992800"/>
            <a:ext cx="26872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7" name="Google Shape;167;p23"/>
          <p:cNvSpPr txBox="1">
            <a:spLocks noGrp="1"/>
          </p:cNvSpPr>
          <p:nvPr>
            <p:ph type="subTitle" idx="2"/>
          </p:nvPr>
        </p:nvSpPr>
        <p:spPr>
          <a:xfrm>
            <a:off x="4757500" y="4446133"/>
            <a:ext cx="268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8" name="Google Shape;168;p23"/>
          <p:cNvSpPr txBox="1">
            <a:spLocks noGrp="1"/>
          </p:cNvSpPr>
          <p:nvPr>
            <p:ph type="subTitle" idx="3"/>
          </p:nvPr>
        </p:nvSpPr>
        <p:spPr>
          <a:xfrm>
            <a:off x="1451133" y="3992800"/>
            <a:ext cx="26872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9" name="Google Shape;169;p23"/>
          <p:cNvSpPr txBox="1">
            <a:spLocks noGrp="1"/>
          </p:cNvSpPr>
          <p:nvPr>
            <p:ph type="subTitle" idx="4"/>
          </p:nvPr>
        </p:nvSpPr>
        <p:spPr>
          <a:xfrm>
            <a:off x="1451267" y="4446133"/>
            <a:ext cx="268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0" name="Google Shape;170;p23"/>
          <p:cNvSpPr txBox="1">
            <a:spLocks noGrp="1"/>
          </p:cNvSpPr>
          <p:nvPr>
            <p:ph type="subTitle" idx="5"/>
          </p:nvPr>
        </p:nvSpPr>
        <p:spPr>
          <a:xfrm>
            <a:off x="8073933" y="3992800"/>
            <a:ext cx="26872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1" name="Google Shape;171;p23"/>
          <p:cNvSpPr txBox="1">
            <a:spLocks noGrp="1"/>
          </p:cNvSpPr>
          <p:nvPr>
            <p:ph type="subTitle" idx="6"/>
          </p:nvPr>
        </p:nvSpPr>
        <p:spPr>
          <a:xfrm>
            <a:off x="8073933" y="4446133"/>
            <a:ext cx="268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2" name="Google Shape;172;p23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6351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73" name="Google Shape;173;p2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4" name="Google Shape;174;p2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5" name="Google Shape;175;p23"/>
          <p:cNvCxnSpPr/>
          <p:nvPr/>
        </p:nvCxnSpPr>
        <p:spPr>
          <a:xfrm>
            <a:off x="9912233" y="-167467"/>
            <a:ext cx="2657600" cy="1773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8886923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 and four columns 2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4"/>
          <p:cNvSpPr txBox="1">
            <a:spLocks noGrp="1"/>
          </p:cNvSpPr>
          <p:nvPr>
            <p:ph type="subTitle" idx="1"/>
          </p:nvPr>
        </p:nvSpPr>
        <p:spPr>
          <a:xfrm>
            <a:off x="6333583" y="22972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8" name="Google Shape;178;p24"/>
          <p:cNvSpPr txBox="1">
            <a:spLocks noGrp="1"/>
          </p:cNvSpPr>
          <p:nvPr>
            <p:ph type="subTitle" idx="2"/>
          </p:nvPr>
        </p:nvSpPr>
        <p:spPr>
          <a:xfrm>
            <a:off x="6333579" y="27505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9" name="Google Shape;179;p24"/>
          <p:cNvSpPr txBox="1">
            <a:spLocks noGrp="1"/>
          </p:cNvSpPr>
          <p:nvPr>
            <p:ph type="subTitle" idx="3"/>
          </p:nvPr>
        </p:nvSpPr>
        <p:spPr>
          <a:xfrm>
            <a:off x="3075283" y="22972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0" name="Google Shape;180;p24"/>
          <p:cNvSpPr txBox="1">
            <a:spLocks noGrp="1"/>
          </p:cNvSpPr>
          <p:nvPr>
            <p:ph type="subTitle" idx="4"/>
          </p:nvPr>
        </p:nvSpPr>
        <p:spPr>
          <a:xfrm>
            <a:off x="3075283" y="27505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1" name="Google Shape;181;p24"/>
          <p:cNvSpPr txBox="1">
            <a:spLocks noGrp="1"/>
          </p:cNvSpPr>
          <p:nvPr>
            <p:ph type="subTitle" idx="5"/>
          </p:nvPr>
        </p:nvSpPr>
        <p:spPr>
          <a:xfrm>
            <a:off x="6333583" y="42119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2" name="Google Shape;182;p24"/>
          <p:cNvSpPr txBox="1">
            <a:spLocks noGrp="1"/>
          </p:cNvSpPr>
          <p:nvPr>
            <p:ph type="subTitle" idx="6"/>
          </p:nvPr>
        </p:nvSpPr>
        <p:spPr>
          <a:xfrm>
            <a:off x="6333579" y="46652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3" name="Google Shape;183;p24"/>
          <p:cNvSpPr txBox="1">
            <a:spLocks noGrp="1"/>
          </p:cNvSpPr>
          <p:nvPr>
            <p:ph type="subTitle" idx="7"/>
          </p:nvPr>
        </p:nvSpPr>
        <p:spPr>
          <a:xfrm>
            <a:off x="3075283" y="42119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4" name="Google Shape;184;p24"/>
          <p:cNvSpPr txBox="1">
            <a:spLocks noGrp="1"/>
          </p:cNvSpPr>
          <p:nvPr>
            <p:ph type="subTitle" idx="8"/>
          </p:nvPr>
        </p:nvSpPr>
        <p:spPr>
          <a:xfrm>
            <a:off x="3075283" y="46652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5" name="Google Shape;185;p24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3714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86" name="Google Shape;186;p24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7" name="Google Shape;187;p24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5682065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 txBox="1">
            <a:spLocks noGrp="1"/>
          </p:cNvSpPr>
          <p:nvPr>
            <p:ph type="title" hasCustomPrompt="1"/>
          </p:nvPr>
        </p:nvSpPr>
        <p:spPr>
          <a:xfrm>
            <a:off x="3457233" y="952800"/>
            <a:ext cx="5277600" cy="8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5"/>
          <p:cNvSpPr txBox="1">
            <a:spLocks noGrp="1"/>
          </p:cNvSpPr>
          <p:nvPr>
            <p:ph type="subTitle" idx="1"/>
          </p:nvPr>
        </p:nvSpPr>
        <p:spPr>
          <a:xfrm>
            <a:off x="3153312" y="1795200"/>
            <a:ext cx="5885600" cy="5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91" name="Google Shape;191;p25"/>
          <p:cNvSpPr txBox="1">
            <a:spLocks noGrp="1"/>
          </p:cNvSpPr>
          <p:nvPr>
            <p:ph type="title" idx="2" hasCustomPrompt="1"/>
          </p:nvPr>
        </p:nvSpPr>
        <p:spPr>
          <a:xfrm>
            <a:off x="3457233" y="2750700"/>
            <a:ext cx="5277600" cy="8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5733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192" name="Google Shape;192;p25"/>
          <p:cNvSpPr txBox="1">
            <a:spLocks noGrp="1"/>
          </p:cNvSpPr>
          <p:nvPr>
            <p:ph type="subTitle" idx="3"/>
          </p:nvPr>
        </p:nvSpPr>
        <p:spPr>
          <a:xfrm>
            <a:off x="3153312" y="3593100"/>
            <a:ext cx="5885600" cy="5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93" name="Google Shape;193;p25"/>
          <p:cNvSpPr txBox="1">
            <a:spLocks noGrp="1"/>
          </p:cNvSpPr>
          <p:nvPr>
            <p:ph type="title" idx="4" hasCustomPrompt="1"/>
          </p:nvPr>
        </p:nvSpPr>
        <p:spPr>
          <a:xfrm>
            <a:off x="3457233" y="4548600"/>
            <a:ext cx="5277600" cy="8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5733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194" name="Google Shape;194;p25"/>
          <p:cNvSpPr txBox="1">
            <a:spLocks noGrp="1"/>
          </p:cNvSpPr>
          <p:nvPr>
            <p:ph type="subTitle" idx="5"/>
          </p:nvPr>
        </p:nvSpPr>
        <p:spPr>
          <a:xfrm>
            <a:off x="3153267" y="5391000"/>
            <a:ext cx="5885600" cy="5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95" name="Google Shape;195;p25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25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4816420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6"/>
          <p:cNvSpPr txBox="1">
            <a:spLocks noGrp="1"/>
          </p:cNvSpPr>
          <p:nvPr>
            <p:ph type="title"/>
          </p:nvPr>
        </p:nvSpPr>
        <p:spPr>
          <a:xfrm>
            <a:off x="1071667" y="2701067"/>
            <a:ext cx="5450000" cy="8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99" name="Google Shape;199;p26"/>
          <p:cNvSpPr txBox="1">
            <a:spLocks noGrp="1"/>
          </p:cNvSpPr>
          <p:nvPr>
            <p:ph type="subTitle" idx="1"/>
          </p:nvPr>
        </p:nvSpPr>
        <p:spPr>
          <a:xfrm>
            <a:off x="1071667" y="3591367"/>
            <a:ext cx="4212400" cy="7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200" name="Google Shape;200;p26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1" name="Google Shape;201;p26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6077445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7"/>
          <p:cNvSpPr txBox="1">
            <a:spLocks noGrp="1"/>
          </p:cNvSpPr>
          <p:nvPr>
            <p:ph type="title"/>
          </p:nvPr>
        </p:nvSpPr>
        <p:spPr>
          <a:xfrm>
            <a:off x="5986867" y="2730300"/>
            <a:ext cx="4485600" cy="8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204" name="Google Shape;204;p27"/>
          <p:cNvSpPr txBox="1">
            <a:spLocks noGrp="1"/>
          </p:cNvSpPr>
          <p:nvPr>
            <p:ph type="subTitle" idx="1"/>
          </p:nvPr>
        </p:nvSpPr>
        <p:spPr>
          <a:xfrm>
            <a:off x="6474067" y="3593100"/>
            <a:ext cx="3998400" cy="7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Josefin Sans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205" name="Google Shape;205;p27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27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649434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1">
  <p:cSld name="One column text 1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>
            <a:spLocks noGrp="1"/>
          </p:cNvSpPr>
          <p:nvPr>
            <p:ph type="subTitle" idx="1"/>
          </p:nvPr>
        </p:nvSpPr>
        <p:spPr>
          <a:xfrm>
            <a:off x="5555733" y="1938033"/>
            <a:ext cx="5276800" cy="38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R="50799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09" name="Google Shape;209;p2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6003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210" name="Google Shape;210;p28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" name="Google Shape;211;p28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" name="Google Shape;212;p28"/>
          <p:cNvCxnSpPr/>
          <p:nvPr/>
        </p:nvCxnSpPr>
        <p:spPr>
          <a:xfrm flipH="1">
            <a:off x="9029533" y="4884600"/>
            <a:ext cx="3764400" cy="2177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42691628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9"/>
          <p:cNvSpPr txBox="1">
            <a:spLocks noGrp="1"/>
          </p:cNvSpPr>
          <p:nvPr>
            <p:ph type="subTitle" idx="1"/>
          </p:nvPr>
        </p:nvSpPr>
        <p:spPr>
          <a:xfrm>
            <a:off x="6421433" y="4821833"/>
            <a:ext cx="3922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ubTitle" idx="2"/>
          </p:nvPr>
        </p:nvSpPr>
        <p:spPr>
          <a:xfrm>
            <a:off x="6421600" y="5275167"/>
            <a:ext cx="3922400" cy="8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3"/>
          </p:nvPr>
        </p:nvSpPr>
        <p:spPr>
          <a:xfrm>
            <a:off x="1847772" y="4821833"/>
            <a:ext cx="3922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4"/>
          </p:nvPr>
        </p:nvSpPr>
        <p:spPr>
          <a:xfrm>
            <a:off x="1848033" y="5275167"/>
            <a:ext cx="3922400" cy="8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363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219" name="Google Shape;219;p29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29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9208873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 txBox="1">
            <a:spLocks noGrp="1"/>
          </p:cNvSpPr>
          <p:nvPr>
            <p:ph type="title"/>
          </p:nvPr>
        </p:nvSpPr>
        <p:spPr>
          <a:xfrm>
            <a:off x="3777200" y="1054933"/>
            <a:ext cx="4637600" cy="12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9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223" name="Google Shape;223;p30"/>
          <p:cNvSpPr txBox="1">
            <a:spLocks noGrp="1"/>
          </p:cNvSpPr>
          <p:nvPr>
            <p:ph type="subTitle" idx="1"/>
          </p:nvPr>
        </p:nvSpPr>
        <p:spPr>
          <a:xfrm>
            <a:off x="3977800" y="2332567"/>
            <a:ext cx="4236400" cy="123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24" name="Google Shape;224;p30"/>
          <p:cNvSpPr txBox="1"/>
          <p:nvPr/>
        </p:nvSpPr>
        <p:spPr>
          <a:xfrm>
            <a:off x="3867267" y="4584367"/>
            <a:ext cx="4457600" cy="9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CREDITS</a:t>
            </a:r>
            <a:r>
              <a:rPr lang="en" sz="1333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: This presentation template was created by </a:t>
            </a:r>
            <a:r>
              <a:rPr lang="en" sz="1333" b="1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333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, including icons by </a:t>
            </a:r>
            <a:r>
              <a:rPr lang="en" sz="1333" b="1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,and infographics &amp; images by </a:t>
            </a:r>
            <a:r>
              <a:rPr lang="en" sz="1333" b="1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333" b="1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25" name="Google Shape;225;p30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6" name="Google Shape;226;p30"/>
          <p:cNvCxnSpPr/>
          <p:nvPr/>
        </p:nvCxnSpPr>
        <p:spPr>
          <a:xfrm>
            <a:off x="-343967" y="5247167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7" name="Google Shape;227;p30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30"/>
          <p:cNvCxnSpPr/>
          <p:nvPr/>
        </p:nvCxnSpPr>
        <p:spPr>
          <a:xfrm>
            <a:off x="8623267" y="-96733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61104236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0" name="Google Shape;230;p31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31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1654379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3" name="Google Shape;233;p32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4" name="Google Shape;234;p32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35;p32"/>
          <p:cNvCxnSpPr/>
          <p:nvPr/>
        </p:nvCxnSpPr>
        <p:spPr>
          <a:xfrm>
            <a:off x="9912233" y="-167467"/>
            <a:ext cx="2657600" cy="1773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32"/>
          <p:cNvCxnSpPr/>
          <p:nvPr/>
        </p:nvCxnSpPr>
        <p:spPr>
          <a:xfrm>
            <a:off x="-196367" y="5257967"/>
            <a:ext cx="2657600" cy="1773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3037582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ackground 2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8" name="Google Shape;238;p3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239;p3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0" name="Google Shape;240;p33"/>
          <p:cNvCxnSpPr/>
          <p:nvPr/>
        </p:nvCxnSpPr>
        <p:spPr>
          <a:xfrm flipH="1">
            <a:off x="9029533" y="4884600"/>
            <a:ext cx="3764400" cy="2177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36862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3128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1000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817440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4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243" name="Google Shape;243;p34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3659471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7697083-7CD6-4396-8A66-1DFFB3DC4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53184" y="1968687"/>
            <a:ext cx="8485631" cy="1460313"/>
          </a:xfrm>
        </p:spPr>
        <p:txBody>
          <a:bodyPr>
            <a:noAutofit/>
          </a:bodyPr>
          <a:lstStyle/>
          <a:p>
            <a:r>
              <a:rPr lang="cs-CZ" sz="4800" dirty="0"/>
              <a:t>Správce hesel s </a:t>
            </a:r>
            <a:r>
              <a:rPr lang="cs-CZ" sz="4800" dirty="0" err="1"/>
              <a:t>dvoufaktorovou</a:t>
            </a:r>
            <a:r>
              <a:rPr lang="cs-CZ" sz="4800" dirty="0"/>
              <a:t> autentizací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60AFED5-0D53-4C68-AEDD-97B1032465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5222" y="4612807"/>
            <a:ext cx="2965445" cy="1460312"/>
          </a:xfrm>
          <a:noFill/>
          <a:ln>
            <a:noFill/>
          </a:ln>
        </p:spPr>
        <p:txBody>
          <a:bodyPr/>
          <a:lstStyle/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Oliver </a:t>
            </a:r>
            <a:r>
              <a:rPr lang="cs-CZ" sz="1400" dirty="0" err="1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Bielik</a:t>
            </a: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 (231229)</a:t>
            </a:r>
          </a:p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Vojtěch Vaculík (230338)</a:t>
            </a:r>
            <a:endParaRPr lang="cs-CZ" sz="1400" dirty="0">
              <a:latin typeface="Montserrat" panose="00000500000000000000" pitchFamily="2" charset="-18"/>
            </a:endParaRPr>
          </a:p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David Zeman (231304)</a:t>
            </a:r>
          </a:p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Michal </a:t>
            </a:r>
            <a:r>
              <a:rPr lang="cs-CZ" sz="1400" dirty="0" err="1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Žernovič</a:t>
            </a: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 (230923)</a:t>
            </a:r>
          </a:p>
        </p:txBody>
      </p:sp>
      <p:pic>
        <p:nvPicPr>
          <p:cNvPr id="4" name="Obrázok 1" descr="ELEKTRON-Fotogalerie">
            <a:extLst>
              <a:ext uri="{FF2B5EF4-FFF2-40B4-BE49-F238E27FC236}">
                <a16:creationId xmlns:a16="http://schemas.microsoft.com/office/drawing/2014/main" id="{4E71E07D-A3C8-4366-AB4F-3A9578C60F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1333" y="4861729"/>
            <a:ext cx="2965445" cy="96246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95402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39616A7-1840-40AF-80C3-ADE6D9213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Funkce programu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6290100-B11E-4F4A-B631-7DAB949FB2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0967" y="1501735"/>
            <a:ext cx="5145000" cy="4762898"/>
          </a:xfrm>
        </p:spPr>
        <p:txBody>
          <a:bodyPr/>
          <a:lstStyle/>
          <a:p>
            <a:pPr>
              <a:lnSpc>
                <a:spcPct val="300000"/>
              </a:lnSpc>
            </a:pPr>
            <a:r>
              <a:rPr lang="cs-CZ" sz="1200" dirty="0"/>
              <a:t>Registrace více uživatel</a:t>
            </a:r>
            <a:r>
              <a:rPr lang="sk-SK" sz="1200" dirty="0">
                <a:solidFill>
                  <a:schemeClr val="tx1"/>
                </a:solidFill>
              </a:rPr>
              <a:t>ů</a:t>
            </a:r>
            <a:endParaRPr lang="cs-CZ" sz="1200" dirty="0">
              <a:solidFill>
                <a:schemeClr val="tx1"/>
              </a:solidFill>
            </a:endParaRPr>
          </a:p>
          <a:p>
            <a:pPr>
              <a:lnSpc>
                <a:spcPct val="300000"/>
              </a:lnSpc>
            </a:pPr>
            <a:r>
              <a:rPr lang="cs-CZ" sz="1200" dirty="0" err="1"/>
              <a:t>Dvoufaktorové</a:t>
            </a:r>
            <a:r>
              <a:rPr lang="cs-CZ" sz="1200" dirty="0"/>
              <a:t> přihlášení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Zašifrování databáze a souboru s hesly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Uložení hesel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Vypsání hesel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Smazání hesel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Logování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Ověření integrity souboru s hesly</a:t>
            </a:r>
          </a:p>
        </p:txBody>
      </p:sp>
    </p:spTree>
    <p:extLst>
      <p:ext uri="{BB962C8B-B14F-4D97-AF65-F5344CB8AC3E}">
        <p14:creationId xmlns:p14="http://schemas.microsoft.com/office/powerpoint/2010/main" val="3209944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8DE9064-AF59-4129-AA4B-92FA4BCF6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Registrace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73842D6C-1AFF-4C8F-9DE1-F58F6EF7FB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000" y="1697233"/>
            <a:ext cx="4753638" cy="431736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cs-CZ" dirty="0"/>
              <a:t>Přihlašovací údaje se ukládají do </a:t>
            </a:r>
            <a:r>
              <a:rPr lang="cs-CZ" dirty="0" err="1"/>
              <a:t>users.db</a:t>
            </a:r>
            <a:endParaRPr lang="cs-CZ" dirty="0"/>
          </a:p>
          <a:p>
            <a:pPr lvl="1">
              <a:lnSpc>
                <a:spcPct val="150000"/>
              </a:lnSpc>
            </a:pPr>
            <a:r>
              <a:rPr lang="cs-CZ" sz="1400" dirty="0"/>
              <a:t>Knihovna sqlite3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Šifrováno pomocí AES</a:t>
            </a:r>
          </a:p>
          <a:p>
            <a:pPr>
              <a:lnSpc>
                <a:spcPct val="150000"/>
              </a:lnSpc>
            </a:pPr>
            <a:r>
              <a:rPr lang="cs-CZ" sz="1470" dirty="0"/>
              <a:t>E-mail</a:t>
            </a:r>
          </a:p>
          <a:p>
            <a:pPr>
              <a:lnSpc>
                <a:spcPct val="150000"/>
              </a:lnSpc>
            </a:pPr>
            <a:r>
              <a:rPr lang="cs-CZ" sz="1470" dirty="0"/>
              <a:t>Heslo</a:t>
            </a:r>
            <a:endParaRPr lang="cs-CZ" sz="1870" dirty="0"/>
          </a:p>
          <a:p>
            <a:pPr lvl="1">
              <a:lnSpc>
                <a:spcPct val="150000"/>
              </a:lnSpc>
            </a:pPr>
            <a:r>
              <a:rPr lang="cs-CZ" sz="1400" dirty="0"/>
              <a:t>Knihovna </a:t>
            </a:r>
            <a:r>
              <a:rPr lang="cs-CZ" sz="1400" dirty="0" err="1"/>
              <a:t>Bcrypt</a:t>
            </a:r>
            <a:endParaRPr lang="cs-CZ" sz="1400" dirty="0"/>
          </a:p>
          <a:p>
            <a:pPr lvl="1">
              <a:lnSpc>
                <a:spcPct val="150000"/>
              </a:lnSpc>
            </a:pPr>
            <a:r>
              <a:rPr lang="cs-CZ" sz="1400" dirty="0"/>
              <a:t>Algoritmus </a:t>
            </a:r>
            <a:r>
              <a:rPr lang="cs-CZ" sz="1400" dirty="0" err="1"/>
              <a:t>Blowfish</a:t>
            </a:r>
            <a:endParaRPr lang="cs-CZ" sz="1400" dirty="0"/>
          </a:p>
          <a:p>
            <a:pPr>
              <a:lnSpc>
                <a:spcPct val="150000"/>
              </a:lnSpc>
            </a:pPr>
            <a:r>
              <a:rPr lang="cs-CZ" sz="1470" dirty="0"/>
              <a:t>Soubor s hesly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Na výběr několik možností šifrování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341E49DF-E4C4-4F31-98B7-BCFDC52406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684" y="975167"/>
            <a:ext cx="4753638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03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01BAF46-0C11-4D32-8BE3-D2C690021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Přihlášení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36CB79B-2557-414D-B4C5-164C41B74C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000" y="1697233"/>
            <a:ext cx="4701371" cy="43944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cs-CZ" dirty="0"/>
              <a:t>Uživatel: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Vyplnění údajů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Zadání kódu z emailu</a:t>
            </a:r>
          </a:p>
          <a:p>
            <a:pPr>
              <a:lnSpc>
                <a:spcPct val="150000"/>
              </a:lnSpc>
            </a:pPr>
            <a:endParaRPr lang="cs-CZ" dirty="0"/>
          </a:p>
          <a:p>
            <a:pPr>
              <a:lnSpc>
                <a:spcPct val="150000"/>
              </a:lnSpc>
            </a:pPr>
            <a:r>
              <a:rPr lang="cs-CZ" dirty="0"/>
              <a:t>Program: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Kontrola údajů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Odeslání kódu</a:t>
            </a:r>
          </a:p>
          <a:p>
            <a:pPr lvl="2">
              <a:lnSpc>
                <a:spcPct val="150000"/>
              </a:lnSpc>
            </a:pPr>
            <a:r>
              <a:rPr lang="cs-CZ" sz="1300" dirty="0"/>
              <a:t>Knihovny </a:t>
            </a:r>
            <a:r>
              <a:rPr lang="cs-CZ" sz="1300" dirty="0" err="1"/>
              <a:t>email.mime</a:t>
            </a:r>
            <a:r>
              <a:rPr lang="cs-CZ" sz="1300" dirty="0"/>
              <a:t>, </a:t>
            </a:r>
            <a:r>
              <a:rPr lang="cs-CZ" sz="1300" dirty="0" err="1"/>
              <a:t>smtplib</a:t>
            </a:r>
            <a:endParaRPr lang="cs-CZ" sz="1300" dirty="0"/>
          </a:p>
          <a:p>
            <a:pPr lvl="1">
              <a:lnSpc>
                <a:spcPct val="150000"/>
              </a:lnSpc>
            </a:pPr>
            <a:r>
              <a:rPr lang="cs-CZ" sz="1400" dirty="0"/>
              <a:t>Ověření integrity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6A8D1F3D-EB66-4E45-9AAB-6666837B3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7347" y="543644"/>
            <a:ext cx="3153309" cy="33507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B16C249D-38AA-4C65-B0B8-C2B1297B8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9631" y="2222738"/>
            <a:ext cx="3661766" cy="38688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CF2D58F2-EADC-412F-BA75-C4733631F6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001" y="4375619"/>
            <a:ext cx="4388984" cy="15356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945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1503257-EC72-4751-9104-7EAB1066A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Práce s hesly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E49110E4-E84D-43D3-A182-430ABB79FB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000" y="1697233"/>
            <a:ext cx="4068675" cy="43944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cs-CZ" dirty="0"/>
              <a:t>Zobrazení hesel v tabulce</a:t>
            </a:r>
          </a:p>
          <a:p>
            <a:pPr>
              <a:lnSpc>
                <a:spcPct val="150000"/>
              </a:lnSpc>
            </a:pPr>
            <a:r>
              <a:rPr lang="cs-CZ" dirty="0"/>
              <a:t>Kolonky pro nové heslo nebo smazání hesla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BB95E5A6-99FB-4F7F-A47B-ADA2EBA20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3098" y="2413442"/>
            <a:ext cx="3034078" cy="3470676"/>
          </a:xfrm>
          <a:prstGeom prst="rect">
            <a:avLst/>
          </a:prstGeom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AB229A52-CDC4-42FA-A042-52DFCDF9B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1909" y="593367"/>
            <a:ext cx="2897321" cy="3336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412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6F07F20-DAA1-4D44-A87C-5E03F105A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Logování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9481E7FD-AE46-48A5-9BC1-587229E318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7468" y="1647576"/>
            <a:ext cx="6897063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48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3">
            <a:extLst>
              <a:ext uri="{FF2B5EF4-FFF2-40B4-BE49-F238E27FC236}">
                <a16:creationId xmlns:a16="http://schemas.microsoft.com/office/drawing/2014/main" id="{CB3B644F-28E4-4603-9566-359CBD4C4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121" y="388758"/>
            <a:ext cx="9393758" cy="6092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0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1EA096C-F4DC-4C5B-A90B-6DDB5CD86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Checklist požadavků 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B389D18-C6F2-45E4-A95F-41D74D9628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000" y="1697233"/>
            <a:ext cx="6044604" cy="4394400"/>
          </a:xfrm>
        </p:spPr>
        <p:txBody>
          <a:bodyPr/>
          <a:lstStyle/>
          <a:p>
            <a:r>
              <a:rPr lang="cs-CZ" dirty="0"/>
              <a:t>„Aplikace bude provádět šifrování souborů s hesly na základě uživatelem zvoleného algoritmu a délky klíče“</a:t>
            </a:r>
          </a:p>
          <a:p>
            <a:endParaRPr lang="cs-CZ" dirty="0"/>
          </a:p>
          <a:p>
            <a:r>
              <a:rPr lang="cs-CZ" dirty="0"/>
              <a:t>„Bude také zajištěna kontrola integrity souboru s hesly“</a:t>
            </a:r>
          </a:p>
          <a:p>
            <a:endParaRPr lang="cs-CZ" dirty="0"/>
          </a:p>
          <a:p>
            <a:r>
              <a:rPr lang="cs-CZ" dirty="0"/>
              <a:t>„Pro šifrování souboru s hesly a jeho kontrolu integrity implementujte minimálně tři různé algoritmy “</a:t>
            </a:r>
          </a:p>
          <a:p>
            <a:endParaRPr lang="cs-CZ" dirty="0"/>
          </a:p>
          <a:p>
            <a:r>
              <a:rPr lang="cs-CZ" dirty="0"/>
              <a:t>„Aplikace bude zaznamenávat proběhlé události (přístup do aplikace, k jednotlivým heslům, …) do logu včetně času“</a:t>
            </a:r>
          </a:p>
        </p:txBody>
      </p:sp>
      <p:pic>
        <p:nvPicPr>
          <p:cNvPr id="5" name="Grafický objekt 4" descr="Zaškrtnutí">
            <a:extLst>
              <a:ext uri="{FF2B5EF4-FFF2-40B4-BE49-F238E27FC236}">
                <a16:creationId xmlns:a16="http://schemas.microsoft.com/office/drawing/2014/main" id="{47038F65-7FDD-4ED4-9A70-02A78FBA49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8982" y="1773313"/>
            <a:ext cx="363985" cy="363985"/>
          </a:xfrm>
          <a:prstGeom prst="rect">
            <a:avLst/>
          </a:prstGeom>
        </p:spPr>
      </p:pic>
      <p:pic>
        <p:nvPicPr>
          <p:cNvPr id="6" name="Grafický objekt 5" descr="Zaškrtnutí">
            <a:extLst>
              <a:ext uri="{FF2B5EF4-FFF2-40B4-BE49-F238E27FC236}">
                <a16:creationId xmlns:a16="http://schemas.microsoft.com/office/drawing/2014/main" id="{9F6D465B-E573-4453-BCA5-115D3F9070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8981" y="2376995"/>
            <a:ext cx="363985" cy="363985"/>
          </a:xfrm>
          <a:prstGeom prst="rect">
            <a:avLst/>
          </a:prstGeom>
        </p:spPr>
      </p:pic>
      <p:pic>
        <p:nvPicPr>
          <p:cNvPr id="7" name="Grafický objekt 6" descr="Zaškrtnutí">
            <a:extLst>
              <a:ext uri="{FF2B5EF4-FFF2-40B4-BE49-F238E27FC236}">
                <a16:creationId xmlns:a16="http://schemas.microsoft.com/office/drawing/2014/main" id="{878AC1E8-A256-4DCF-B902-216BC81AD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3327" y="2980677"/>
            <a:ext cx="363985" cy="363985"/>
          </a:xfrm>
          <a:prstGeom prst="rect">
            <a:avLst/>
          </a:prstGeom>
        </p:spPr>
      </p:pic>
      <p:pic>
        <p:nvPicPr>
          <p:cNvPr id="8" name="Grafický objekt 7" descr="Zaškrtnutí">
            <a:extLst>
              <a:ext uri="{FF2B5EF4-FFF2-40B4-BE49-F238E27FC236}">
                <a16:creationId xmlns:a16="http://schemas.microsoft.com/office/drawing/2014/main" id="{3B8E8306-E197-406A-952B-2C894B372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3327" y="3584359"/>
            <a:ext cx="363985" cy="363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931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véPole 1">
            <a:extLst>
              <a:ext uri="{FF2B5EF4-FFF2-40B4-BE49-F238E27FC236}">
                <a16:creationId xmlns:a16="http://schemas.microsoft.com/office/drawing/2014/main" id="{2D26A207-F0E3-4FC6-817C-8F1A989AF886}"/>
              </a:ext>
            </a:extLst>
          </p:cNvPr>
          <p:cNvSpPr txBox="1"/>
          <p:nvPr/>
        </p:nvSpPr>
        <p:spPr>
          <a:xfrm>
            <a:off x="2633662" y="2967335"/>
            <a:ext cx="69246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5400" dirty="0">
                <a:latin typeface="Vidaloka"/>
              </a:rPr>
              <a:t>Děkujeme za pozornost</a:t>
            </a:r>
          </a:p>
        </p:txBody>
      </p:sp>
    </p:spTree>
    <p:extLst>
      <p:ext uri="{BB962C8B-B14F-4D97-AF65-F5344CB8AC3E}">
        <p14:creationId xmlns:p14="http://schemas.microsoft.com/office/powerpoint/2010/main" val="3571794150"/>
      </p:ext>
    </p:extLst>
  </p:cSld>
  <p:clrMapOvr>
    <a:masterClrMapping/>
  </p:clrMapOvr>
</p:sld>
</file>

<file path=ppt/theme/theme1.xml><?xml version="1.0" encoding="utf-8"?>
<a:theme xmlns:a="http://schemas.openxmlformats.org/drawingml/2006/main" name="Minimalist Business Slides by Slidesgo">
  <a:themeElements>
    <a:clrScheme name="Simple Light">
      <a:dk1>
        <a:srgbClr val="000000"/>
      </a:dk1>
      <a:lt1>
        <a:srgbClr val="F5F2EE"/>
      </a:lt1>
      <a:dk2>
        <a:srgbClr val="000000"/>
      </a:dk2>
      <a:lt2>
        <a:srgbClr val="EEEEEE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Minimalist Business Slides by Slidesgo</Template>
  <TotalTime>295</TotalTime>
  <Words>186</Words>
  <Application>Microsoft Office PowerPoint</Application>
  <PresentationFormat>Širokouhlá</PresentationFormat>
  <Paragraphs>47</Paragraphs>
  <Slides>9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12</vt:i4>
      </vt:variant>
      <vt:variant>
        <vt:lpstr>Motív</vt:lpstr>
      </vt:variant>
      <vt:variant>
        <vt:i4>2</vt:i4>
      </vt:variant>
      <vt:variant>
        <vt:lpstr>Nadpisy snímok</vt:lpstr>
      </vt:variant>
      <vt:variant>
        <vt:i4>9</vt:i4>
      </vt:variant>
    </vt:vector>
  </HeadingPairs>
  <TitlesOfParts>
    <vt:vector size="23" baseType="lpstr">
      <vt:lpstr>Arial</vt:lpstr>
      <vt:lpstr>Crimson Text</vt:lpstr>
      <vt:lpstr>Josefin Sans</vt:lpstr>
      <vt:lpstr>Lato</vt:lpstr>
      <vt:lpstr>Merriweather Light</vt:lpstr>
      <vt:lpstr>Montserrat</vt:lpstr>
      <vt:lpstr>Open Sans</vt:lpstr>
      <vt:lpstr>Open Sans SemiBold</vt:lpstr>
      <vt:lpstr>Proxima Nova</vt:lpstr>
      <vt:lpstr>Proxima Nova Semibold</vt:lpstr>
      <vt:lpstr>Russo One</vt:lpstr>
      <vt:lpstr>Vidaloka</vt:lpstr>
      <vt:lpstr>Minimalist Business Slides by Slidesgo</vt:lpstr>
      <vt:lpstr>Slidesgo Final Pages</vt:lpstr>
      <vt:lpstr>Správce hesel s dvoufaktorovou autentizací</vt:lpstr>
      <vt:lpstr>Funkce programu</vt:lpstr>
      <vt:lpstr>Registrace</vt:lpstr>
      <vt:lpstr>Přihlášení</vt:lpstr>
      <vt:lpstr>Práce s hesly</vt:lpstr>
      <vt:lpstr>Logování</vt:lpstr>
      <vt:lpstr>Prezentácia programu PowerPoint</vt:lpstr>
      <vt:lpstr>Checklist požadavků </vt:lpstr>
      <vt:lpstr>Prezentácia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Správce hesel s dvoufaktorovou autentizací</dc:title>
  <dc:creator>David Zeman</dc:creator>
  <cp:lastModifiedBy>Žernovič Michal (230923)</cp:lastModifiedBy>
  <cp:revision>8</cp:revision>
  <dcterms:created xsi:type="dcterms:W3CDTF">2021-11-27T14:55:43Z</dcterms:created>
  <dcterms:modified xsi:type="dcterms:W3CDTF">2021-12-07T22:24:56Z</dcterms:modified>
</cp:coreProperties>
</file>