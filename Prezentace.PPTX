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4" r:id="rId2"/>
  </p:sld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" TargetMode="External"/><Relationship Id="rId2" Type="http://schemas.openxmlformats.org/officeDocument/2006/relationships/hyperlink" Target="https://slidesgo.com/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freepik.com/" TargetMode="Externa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86633" y="1766000"/>
            <a:ext cx="94188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8666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86667" y="4502800"/>
            <a:ext cx="9418800" cy="5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343967" y="-96733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8623267" y="5247167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1317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619400" y="3391951"/>
            <a:ext cx="4953200" cy="86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4995400" y="1971900"/>
            <a:ext cx="2201200" cy="13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3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3055200" y="4372833"/>
            <a:ext cx="6081600" cy="52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9" name="Google Shape;19;p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" name="Google Shape;20;p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Google Shape;21;p3"/>
          <p:cNvCxnSpPr/>
          <p:nvPr/>
        </p:nvCxnSpPr>
        <p:spPr>
          <a:xfrm flipH="1">
            <a:off x="10598567" y="5306367"/>
            <a:ext cx="1838000" cy="1648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Google Shape;22;p3"/>
          <p:cNvCxnSpPr/>
          <p:nvPr/>
        </p:nvCxnSpPr>
        <p:spPr>
          <a:xfrm flipH="1">
            <a:off x="-150500" y="-118267"/>
            <a:ext cx="1891600" cy="1419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70742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28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951000" y="1697233"/>
            <a:ext cx="10290000" cy="439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467"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cxnSp>
        <p:nvCxnSpPr>
          <p:cNvPr id="26" name="Google Shape;26;p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28;p4"/>
          <p:cNvCxnSpPr/>
          <p:nvPr/>
        </p:nvCxnSpPr>
        <p:spPr>
          <a:xfrm>
            <a:off x="9179867" y="-151467"/>
            <a:ext cx="3420800" cy="1741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209835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757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1"/>
          </p:nvPr>
        </p:nvSpPr>
        <p:spPr>
          <a:xfrm>
            <a:off x="6718633" y="3532033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2"/>
          </p:nvPr>
        </p:nvSpPr>
        <p:spPr>
          <a:xfrm>
            <a:off x="6718633" y="3948267"/>
            <a:ext cx="3314800" cy="1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3"/>
          </p:nvPr>
        </p:nvSpPr>
        <p:spPr>
          <a:xfrm>
            <a:off x="2257567" y="3532033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4"/>
          </p:nvPr>
        </p:nvSpPr>
        <p:spPr>
          <a:xfrm>
            <a:off x="2257567" y="3948267"/>
            <a:ext cx="3314800" cy="1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35" name="Google Shape;35;p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" name="Google Shape;36;p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" name="Google Shape;37;p5"/>
          <p:cNvCxnSpPr/>
          <p:nvPr/>
        </p:nvCxnSpPr>
        <p:spPr>
          <a:xfrm flipH="1">
            <a:off x="9247667" y="5241767"/>
            <a:ext cx="3399200" cy="180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25544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4088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147167" y="1910733"/>
            <a:ext cx="230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ubTitle" idx="2"/>
          </p:nvPr>
        </p:nvSpPr>
        <p:spPr>
          <a:xfrm>
            <a:off x="2996667" y="2386733"/>
            <a:ext cx="6880400" cy="3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67732" lvl="0" rtl="0">
              <a:lnSpc>
                <a:spcPct val="166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>
                <a:solidFill>
                  <a:srgbClr val="374957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5729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46" name="Google Shape;46;p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" name="Google Shape;47;p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36639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1496667" y="1633867"/>
            <a:ext cx="9198800" cy="359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50" name="Google Shape;50;p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Google Shape;51;p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Google Shape;52;p8"/>
          <p:cNvCxnSpPr/>
          <p:nvPr/>
        </p:nvCxnSpPr>
        <p:spPr>
          <a:xfrm flipH="1">
            <a:off x="9457667" y="5246767"/>
            <a:ext cx="3110400" cy="179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8"/>
          <p:cNvCxnSpPr/>
          <p:nvPr/>
        </p:nvCxnSpPr>
        <p:spPr>
          <a:xfrm flipH="1">
            <a:off x="-560600" y="-162133"/>
            <a:ext cx="3110400" cy="179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3916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1194600" y="2242667"/>
            <a:ext cx="5129600" cy="3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7573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7900600" y="3730000"/>
            <a:ext cx="4504000" cy="3289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56101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0"/>
          <p:cNvSpPr txBox="1">
            <a:spLocks noGrp="1"/>
          </p:cNvSpPr>
          <p:nvPr>
            <p:ph type="body" idx="1"/>
          </p:nvPr>
        </p:nvSpPr>
        <p:spPr>
          <a:xfrm>
            <a:off x="950967" y="719333"/>
            <a:ext cx="4742800" cy="13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4000">
                <a:latin typeface="Vidaloka"/>
                <a:ea typeface="Vidaloka"/>
                <a:cs typeface="Vidaloka"/>
                <a:sym typeface="Vidaloka"/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cxnSp>
        <p:nvCxnSpPr>
          <p:cNvPr id="62" name="Google Shape;62;p1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" name="Google Shape;64;p10"/>
          <p:cNvCxnSpPr/>
          <p:nvPr/>
        </p:nvCxnSpPr>
        <p:spPr>
          <a:xfrm rot="10800000" flipH="1">
            <a:off x="8193300" y="4138300"/>
            <a:ext cx="4157600" cy="29348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39835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 hasCustomPrompt="1"/>
          </p:nvPr>
        </p:nvSpPr>
        <p:spPr>
          <a:xfrm>
            <a:off x="950967" y="1997017"/>
            <a:ext cx="10290000" cy="21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2019100" y="4371717"/>
            <a:ext cx="8160400" cy="5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68" name="Google Shape;68;p1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Google Shape;69;p1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70;p11"/>
          <p:cNvCxnSpPr/>
          <p:nvPr/>
        </p:nvCxnSpPr>
        <p:spPr>
          <a:xfrm>
            <a:off x="-333633" y="5435267"/>
            <a:ext cx="2569200" cy="1548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Google Shape;71;p11"/>
          <p:cNvCxnSpPr/>
          <p:nvPr/>
        </p:nvCxnSpPr>
        <p:spPr>
          <a:xfrm>
            <a:off x="9921533" y="-64500"/>
            <a:ext cx="2569200" cy="1548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79130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71366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">
  <p:cSld name="Table of Conten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4778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"/>
          </p:nvPr>
        </p:nvSpPr>
        <p:spPr>
          <a:xfrm>
            <a:off x="6668000" y="25905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2"/>
          </p:nvPr>
        </p:nvSpPr>
        <p:spPr>
          <a:xfrm>
            <a:off x="6668000" y="30068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3"/>
          </p:nvPr>
        </p:nvSpPr>
        <p:spPr>
          <a:xfrm>
            <a:off x="2206933" y="25905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4"/>
          </p:nvPr>
        </p:nvSpPr>
        <p:spPr>
          <a:xfrm>
            <a:off x="2206933" y="30068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5"/>
          </p:nvPr>
        </p:nvSpPr>
        <p:spPr>
          <a:xfrm>
            <a:off x="6668000" y="49652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6"/>
          </p:nvPr>
        </p:nvSpPr>
        <p:spPr>
          <a:xfrm>
            <a:off x="6668000" y="53815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7"/>
          </p:nvPr>
        </p:nvSpPr>
        <p:spPr>
          <a:xfrm>
            <a:off x="2206933" y="49652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8"/>
          </p:nvPr>
        </p:nvSpPr>
        <p:spPr>
          <a:xfrm>
            <a:off x="2207000" y="53815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9" hasCustomPrompt="1"/>
          </p:nvPr>
        </p:nvSpPr>
        <p:spPr>
          <a:xfrm>
            <a:off x="3171533" y="17381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13" hasCustomPrompt="1"/>
          </p:nvPr>
        </p:nvSpPr>
        <p:spPr>
          <a:xfrm>
            <a:off x="7632600" y="17381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14" hasCustomPrompt="1"/>
          </p:nvPr>
        </p:nvSpPr>
        <p:spPr>
          <a:xfrm>
            <a:off x="3171600" y="41103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5" hasCustomPrompt="1"/>
          </p:nvPr>
        </p:nvSpPr>
        <p:spPr>
          <a:xfrm>
            <a:off x="7632600" y="41103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cxnSp>
        <p:nvCxnSpPr>
          <p:cNvPr id="87" name="Google Shape;87;p1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" name="Google Shape;88;p1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0749566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title"/>
          </p:nvPr>
        </p:nvSpPr>
        <p:spPr>
          <a:xfrm>
            <a:off x="3214000" y="3910367"/>
            <a:ext cx="5764000" cy="6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1"/>
          </p:nvPr>
        </p:nvSpPr>
        <p:spPr>
          <a:xfrm>
            <a:off x="2457200" y="2215951"/>
            <a:ext cx="7277600" cy="13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92" name="Google Shape;92;p1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" name="Google Shape;93;p1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806965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>
            <a:spLocks noGrp="1"/>
          </p:cNvSpPr>
          <p:nvPr>
            <p:ph type="title"/>
          </p:nvPr>
        </p:nvSpPr>
        <p:spPr>
          <a:xfrm>
            <a:off x="2659800" y="2263317"/>
            <a:ext cx="6872400" cy="150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subTitle" idx="1"/>
          </p:nvPr>
        </p:nvSpPr>
        <p:spPr>
          <a:xfrm>
            <a:off x="3066000" y="3962867"/>
            <a:ext cx="6060000" cy="7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97" name="Google Shape;97;p1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" name="Google Shape;98;p1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25119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01" name="Google Shape;101;p1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" name="Google Shape;102;p1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" name="Google Shape;103;p16"/>
          <p:cNvCxnSpPr/>
          <p:nvPr/>
        </p:nvCxnSpPr>
        <p:spPr>
          <a:xfrm>
            <a:off x="9609800" y="-204233"/>
            <a:ext cx="2827200" cy="1698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032886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title"/>
          </p:nvPr>
        </p:nvSpPr>
        <p:spPr>
          <a:xfrm>
            <a:off x="6608133" y="3289833"/>
            <a:ext cx="3300400" cy="86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06" name="Google Shape;106;p17"/>
          <p:cNvSpPr txBox="1">
            <a:spLocks noGrp="1"/>
          </p:cNvSpPr>
          <p:nvPr>
            <p:ph type="title" idx="2" hasCustomPrompt="1"/>
          </p:nvPr>
        </p:nvSpPr>
        <p:spPr>
          <a:xfrm>
            <a:off x="6608133" y="1869767"/>
            <a:ext cx="2201200" cy="13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9333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9pPr>
          </a:lstStyle>
          <a:p>
            <a:r>
              <a:t>xx%</a:t>
            </a:r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6608133" y="4155033"/>
            <a:ext cx="3300400" cy="83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08" name="Google Shape;108;p1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" name="Google Shape;109;p1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" name="Google Shape;110;p17"/>
          <p:cNvCxnSpPr/>
          <p:nvPr/>
        </p:nvCxnSpPr>
        <p:spPr>
          <a:xfrm>
            <a:off x="-279467" y="3203267"/>
            <a:ext cx="4192400" cy="3719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588080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8"/>
          <p:cNvSpPr txBox="1">
            <a:spLocks noGrp="1"/>
          </p:cNvSpPr>
          <p:nvPr>
            <p:ph type="title"/>
          </p:nvPr>
        </p:nvSpPr>
        <p:spPr>
          <a:xfrm>
            <a:off x="1391633" y="1580733"/>
            <a:ext cx="4164000" cy="26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subTitle" idx="1"/>
          </p:nvPr>
        </p:nvSpPr>
        <p:spPr>
          <a:xfrm>
            <a:off x="1391633" y="4481251"/>
            <a:ext cx="4018000" cy="10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14" name="Google Shape;114;p1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8"/>
          <p:cNvCxnSpPr/>
          <p:nvPr/>
        </p:nvCxnSpPr>
        <p:spPr>
          <a:xfrm>
            <a:off x="7096867" y="-107500"/>
            <a:ext cx="5340000" cy="267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317566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>
            <a:spLocks noGrp="1"/>
          </p:cNvSpPr>
          <p:nvPr>
            <p:ph type="subTitle" idx="1"/>
          </p:nvPr>
        </p:nvSpPr>
        <p:spPr>
          <a:xfrm>
            <a:off x="4678667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19" name="Google Shape;119;p19"/>
          <p:cNvSpPr txBox="1">
            <a:spLocks noGrp="1"/>
          </p:cNvSpPr>
          <p:nvPr>
            <p:ph type="subTitle" idx="2"/>
          </p:nvPr>
        </p:nvSpPr>
        <p:spPr>
          <a:xfrm>
            <a:off x="4678700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0" name="Google Shape;120;p19"/>
          <p:cNvSpPr txBox="1">
            <a:spLocks noGrp="1"/>
          </p:cNvSpPr>
          <p:nvPr>
            <p:ph type="subTitle" idx="3"/>
          </p:nvPr>
        </p:nvSpPr>
        <p:spPr>
          <a:xfrm>
            <a:off x="1270700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1" name="Google Shape;121;p19"/>
          <p:cNvSpPr txBox="1">
            <a:spLocks noGrp="1"/>
          </p:cNvSpPr>
          <p:nvPr>
            <p:ph type="subTitle" idx="4"/>
          </p:nvPr>
        </p:nvSpPr>
        <p:spPr>
          <a:xfrm>
            <a:off x="1270833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subTitle" idx="5"/>
          </p:nvPr>
        </p:nvSpPr>
        <p:spPr>
          <a:xfrm>
            <a:off x="8086500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subTitle" idx="6"/>
          </p:nvPr>
        </p:nvSpPr>
        <p:spPr>
          <a:xfrm>
            <a:off x="8086500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874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25" name="Google Shape;125;p1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6" name="Google Shape;126;p1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07182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>
            <a:spLocks noGrp="1"/>
          </p:cNvSpPr>
          <p:nvPr>
            <p:ph type="subTitle" idx="1"/>
          </p:nvPr>
        </p:nvSpPr>
        <p:spPr>
          <a:xfrm>
            <a:off x="4957767" y="4522367"/>
            <a:ext cx="219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2"/>
          </p:nvPr>
        </p:nvSpPr>
        <p:spPr>
          <a:xfrm>
            <a:off x="4823567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3"/>
          </p:nvPr>
        </p:nvSpPr>
        <p:spPr>
          <a:xfrm>
            <a:off x="1770700" y="4522367"/>
            <a:ext cx="219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4"/>
          </p:nvPr>
        </p:nvSpPr>
        <p:spPr>
          <a:xfrm>
            <a:off x="1636568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5"/>
          </p:nvPr>
        </p:nvSpPr>
        <p:spPr>
          <a:xfrm>
            <a:off x="8144733" y="4522367"/>
            <a:ext cx="2190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6"/>
          </p:nvPr>
        </p:nvSpPr>
        <p:spPr>
          <a:xfrm>
            <a:off x="8010733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4251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35" name="Google Shape;135;p2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" name="Google Shape;136;p2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126312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1"/>
          <p:cNvSpPr txBox="1">
            <a:spLocks noGrp="1"/>
          </p:cNvSpPr>
          <p:nvPr>
            <p:ph type="subTitle" idx="1"/>
          </p:nvPr>
        </p:nvSpPr>
        <p:spPr>
          <a:xfrm>
            <a:off x="4552067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2"/>
          </p:nvPr>
        </p:nvSpPr>
        <p:spPr>
          <a:xfrm>
            <a:off x="4752267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3"/>
          </p:nvPr>
        </p:nvSpPr>
        <p:spPr>
          <a:xfrm>
            <a:off x="940967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ubTitle" idx="4"/>
          </p:nvPr>
        </p:nvSpPr>
        <p:spPr>
          <a:xfrm>
            <a:off x="1141167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subTitle" idx="5"/>
          </p:nvPr>
        </p:nvSpPr>
        <p:spPr>
          <a:xfrm>
            <a:off x="8163100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3" name="Google Shape;143;p21"/>
          <p:cNvSpPr txBox="1">
            <a:spLocks noGrp="1"/>
          </p:cNvSpPr>
          <p:nvPr>
            <p:ph type="subTitle" idx="6"/>
          </p:nvPr>
        </p:nvSpPr>
        <p:spPr>
          <a:xfrm>
            <a:off x="8363300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4" name="Google Shape;144;p21"/>
          <p:cNvSpPr txBox="1">
            <a:spLocks noGrp="1"/>
          </p:cNvSpPr>
          <p:nvPr>
            <p:ph type="subTitle" idx="7"/>
          </p:nvPr>
        </p:nvSpPr>
        <p:spPr>
          <a:xfrm>
            <a:off x="4552067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5" name="Google Shape;145;p21"/>
          <p:cNvSpPr txBox="1">
            <a:spLocks noGrp="1"/>
          </p:cNvSpPr>
          <p:nvPr>
            <p:ph type="subTitle" idx="8"/>
          </p:nvPr>
        </p:nvSpPr>
        <p:spPr>
          <a:xfrm>
            <a:off x="4752267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subTitle" idx="9"/>
          </p:nvPr>
        </p:nvSpPr>
        <p:spPr>
          <a:xfrm>
            <a:off x="940967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7" name="Google Shape;147;p21"/>
          <p:cNvSpPr txBox="1">
            <a:spLocks noGrp="1"/>
          </p:cNvSpPr>
          <p:nvPr>
            <p:ph type="subTitle" idx="13"/>
          </p:nvPr>
        </p:nvSpPr>
        <p:spPr>
          <a:xfrm>
            <a:off x="1141167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8" name="Google Shape;148;p21"/>
          <p:cNvSpPr txBox="1">
            <a:spLocks noGrp="1"/>
          </p:cNvSpPr>
          <p:nvPr>
            <p:ph type="subTitle" idx="14"/>
          </p:nvPr>
        </p:nvSpPr>
        <p:spPr>
          <a:xfrm>
            <a:off x="8163100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9" name="Google Shape;149;p21"/>
          <p:cNvSpPr txBox="1">
            <a:spLocks noGrp="1"/>
          </p:cNvSpPr>
          <p:nvPr>
            <p:ph type="subTitle" idx="15"/>
          </p:nvPr>
        </p:nvSpPr>
        <p:spPr>
          <a:xfrm>
            <a:off x="8363300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0" name="Google Shape;150;p2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10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51" name="Google Shape;151;p2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52;p2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417663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>
            <a:spLocks noGrp="1"/>
          </p:cNvSpPr>
          <p:nvPr>
            <p:ph type="subTitle" idx="1"/>
          </p:nvPr>
        </p:nvSpPr>
        <p:spPr>
          <a:xfrm>
            <a:off x="6555800" y="2627200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5" name="Google Shape;155;p22"/>
          <p:cNvSpPr txBox="1">
            <a:spLocks noGrp="1"/>
          </p:cNvSpPr>
          <p:nvPr>
            <p:ph type="subTitle" idx="2"/>
          </p:nvPr>
        </p:nvSpPr>
        <p:spPr>
          <a:xfrm>
            <a:off x="6745200" y="3080551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subTitle" idx="3"/>
          </p:nvPr>
        </p:nvSpPr>
        <p:spPr>
          <a:xfrm>
            <a:off x="2548200" y="2627200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subTitle" idx="4"/>
          </p:nvPr>
        </p:nvSpPr>
        <p:spPr>
          <a:xfrm>
            <a:off x="2737733" y="3080551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subTitle" idx="5"/>
          </p:nvPr>
        </p:nvSpPr>
        <p:spPr>
          <a:xfrm>
            <a:off x="6555800" y="4834051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9" name="Google Shape;159;p22"/>
          <p:cNvSpPr txBox="1">
            <a:spLocks noGrp="1"/>
          </p:cNvSpPr>
          <p:nvPr>
            <p:ph type="subTitle" idx="6"/>
          </p:nvPr>
        </p:nvSpPr>
        <p:spPr>
          <a:xfrm>
            <a:off x="6745200" y="5287400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0" name="Google Shape;160;p22"/>
          <p:cNvSpPr txBox="1">
            <a:spLocks noGrp="1"/>
          </p:cNvSpPr>
          <p:nvPr>
            <p:ph type="subTitle" idx="7"/>
          </p:nvPr>
        </p:nvSpPr>
        <p:spPr>
          <a:xfrm>
            <a:off x="2548200" y="4834051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1" name="Google Shape;161;p22"/>
          <p:cNvSpPr txBox="1">
            <a:spLocks noGrp="1"/>
          </p:cNvSpPr>
          <p:nvPr>
            <p:ph type="subTitle" idx="8"/>
          </p:nvPr>
        </p:nvSpPr>
        <p:spPr>
          <a:xfrm>
            <a:off x="2737600" y="5287400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2" name="Google Shape;162;p22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64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63" name="Google Shape;163;p2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" name="Google Shape;164;p2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010043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 and three columns 2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>
            <a:spLocks noGrp="1"/>
          </p:cNvSpPr>
          <p:nvPr>
            <p:ph type="subTitle" idx="1"/>
          </p:nvPr>
        </p:nvSpPr>
        <p:spPr>
          <a:xfrm>
            <a:off x="4757500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7" name="Google Shape;167;p23"/>
          <p:cNvSpPr txBox="1">
            <a:spLocks noGrp="1"/>
          </p:cNvSpPr>
          <p:nvPr>
            <p:ph type="subTitle" idx="2"/>
          </p:nvPr>
        </p:nvSpPr>
        <p:spPr>
          <a:xfrm>
            <a:off x="4757500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8" name="Google Shape;168;p23"/>
          <p:cNvSpPr txBox="1">
            <a:spLocks noGrp="1"/>
          </p:cNvSpPr>
          <p:nvPr>
            <p:ph type="subTitle" idx="3"/>
          </p:nvPr>
        </p:nvSpPr>
        <p:spPr>
          <a:xfrm>
            <a:off x="1451133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9" name="Google Shape;169;p23"/>
          <p:cNvSpPr txBox="1">
            <a:spLocks noGrp="1"/>
          </p:cNvSpPr>
          <p:nvPr>
            <p:ph type="subTitle" idx="4"/>
          </p:nvPr>
        </p:nvSpPr>
        <p:spPr>
          <a:xfrm>
            <a:off x="1451267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0" name="Google Shape;170;p23"/>
          <p:cNvSpPr txBox="1">
            <a:spLocks noGrp="1"/>
          </p:cNvSpPr>
          <p:nvPr>
            <p:ph type="subTitle" idx="5"/>
          </p:nvPr>
        </p:nvSpPr>
        <p:spPr>
          <a:xfrm>
            <a:off x="8073933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1" name="Google Shape;171;p23"/>
          <p:cNvSpPr txBox="1">
            <a:spLocks noGrp="1"/>
          </p:cNvSpPr>
          <p:nvPr>
            <p:ph type="subTitle" idx="6"/>
          </p:nvPr>
        </p:nvSpPr>
        <p:spPr>
          <a:xfrm>
            <a:off x="8073933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2" name="Google Shape;172;p23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35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73" name="Google Shape;173;p2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2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5" name="Google Shape;175;p23"/>
          <p:cNvCxnSpPr/>
          <p:nvPr/>
        </p:nvCxnSpPr>
        <p:spPr>
          <a:xfrm>
            <a:off x="9912233" y="-1674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888692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4"/>
          <p:cNvSpPr txBox="1">
            <a:spLocks noGrp="1"/>
          </p:cNvSpPr>
          <p:nvPr>
            <p:ph type="subTitle" idx="1"/>
          </p:nvPr>
        </p:nvSpPr>
        <p:spPr>
          <a:xfrm>
            <a:off x="6333583" y="22972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8" name="Google Shape;178;p24"/>
          <p:cNvSpPr txBox="1">
            <a:spLocks noGrp="1"/>
          </p:cNvSpPr>
          <p:nvPr>
            <p:ph type="subTitle" idx="2"/>
          </p:nvPr>
        </p:nvSpPr>
        <p:spPr>
          <a:xfrm>
            <a:off x="6333579" y="27505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9" name="Google Shape;179;p24"/>
          <p:cNvSpPr txBox="1">
            <a:spLocks noGrp="1"/>
          </p:cNvSpPr>
          <p:nvPr>
            <p:ph type="subTitle" idx="3"/>
          </p:nvPr>
        </p:nvSpPr>
        <p:spPr>
          <a:xfrm>
            <a:off x="3075283" y="22972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0" name="Google Shape;180;p24"/>
          <p:cNvSpPr txBox="1">
            <a:spLocks noGrp="1"/>
          </p:cNvSpPr>
          <p:nvPr>
            <p:ph type="subTitle" idx="4"/>
          </p:nvPr>
        </p:nvSpPr>
        <p:spPr>
          <a:xfrm>
            <a:off x="3075283" y="27505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1" name="Google Shape;181;p24"/>
          <p:cNvSpPr txBox="1">
            <a:spLocks noGrp="1"/>
          </p:cNvSpPr>
          <p:nvPr>
            <p:ph type="subTitle" idx="5"/>
          </p:nvPr>
        </p:nvSpPr>
        <p:spPr>
          <a:xfrm>
            <a:off x="6333583" y="42119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2" name="Google Shape;182;p24"/>
          <p:cNvSpPr txBox="1">
            <a:spLocks noGrp="1"/>
          </p:cNvSpPr>
          <p:nvPr>
            <p:ph type="subTitle" idx="6"/>
          </p:nvPr>
        </p:nvSpPr>
        <p:spPr>
          <a:xfrm>
            <a:off x="6333579" y="46652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3" name="Google Shape;183;p24"/>
          <p:cNvSpPr txBox="1">
            <a:spLocks noGrp="1"/>
          </p:cNvSpPr>
          <p:nvPr>
            <p:ph type="subTitle" idx="7"/>
          </p:nvPr>
        </p:nvSpPr>
        <p:spPr>
          <a:xfrm>
            <a:off x="3075283" y="42119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4" name="Google Shape;184;p24"/>
          <p:cNvSpPr txBox="1">
            <a:spLocks noGrp="1"/>
          </p:cNvSpPr>
          <p:nvPr>
            <p:ph type="subTitle" idx="8"/>
          </p:nvPr>
        </p:nvSpPr>
        <p:spPr>
          <a:xfrm>
            <a:off x="3075283" y="46652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5" name="Google Shape;185;p2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3714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86" name="Google Shape;186;p2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" name="Google Shape;187;p2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568206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 txBox="1">
            <a:spLocks noGrp="1"/>
          </p:cNvSpPr>
          <p:nvPr>
            <p:ph type="title" hasCustomPrompt="1"/>
          </p:nvPr>
        </p:nvSpPr>
        <p:spPr>
          <a:xfrm>
            <a:off x="3457233" y="9528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5"/>
          <p:cNvSpPr txBox="1">
            <a:spLocks noGrp="1"/>
          </p:cNvSpPr>
          <p:nvPr>
            <p:ph type="subTitle" idx="1"/>
          </p:nvPr>
        </p:nvSpPr>
        <p:spPr>
          <a:xfrm>
            <a:off x="3153312" y="17952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91" name="Google Shape;191;p25"/>
          <p:cNvSpPr txBox="1">
            <a:spLocks noGrp="1"/>
          </p:cNvSpPr>
          <p:nvPr>
            <p:ph type="title" idx="2" hasCustomPrompt="1"/>
          </p:nvPr>
        </p:nvSpPr>
        <p:spPr>
          <a:xfrm>
            <a:off x="3457233" y="27507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57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2" name="Google Shape;192;p25"/>
          <p:cNvSpPr txBox="1">
            <a:spLocks noGrp="1"/>
          </p:cNvSpPr>
          <p:nvPr>
            <p:ph type="subTitle" idx="3"/>
          </p:nvPr>
        </p:nvSpPr>
        <p:spPr>
          <a:xfrm>
            <a:off x="3153312" y="35931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93" name="Google Shape;193;p25"/>
          <p:cNvSpPr txBox="1">
            <a:spLocks noGrp="1"/>
          </p:cNvSpPr>
          <p:nvPr>
            <p:ph type="title" idx="4" hasCustomPrompt="1"/>
          </p:nvPr>
        </p:nvSpPr>
        <p:spPr>
          <a:xfrm>
            <a:off x="3457233" y="45486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57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4" name="Google Shape;194;p25"/>
          <p:cNvSpPr txBox="1">
            <a:spLocks noGrp="1"/>
          </p:cNvSpPr>
          <p:nvPr>
            <p:ph type="subTitle" idx="5"/>
          </p:nvPr>
        </p:nvSpPr>
        <p:spPr>
          <a:xfrm>
            <a:off x="3153267" y="53910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95" name="Google Shape;195;p2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2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816420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6"/>
          <p:cNvSpPr txBox="1">
            <a:spLocks noGrp="1"/>
          </p:cNvSpPr>
          <p:nvPr>
            <p:ph type="title"/>
          </p:nvPr>
        </p:nvSpPr>
        <p:spPr>
          <a:xfrm>
            <a:off x="1071667" y="2701067"/>
            <a:ext cx="5450000" cy="8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99" name="Google Shape;199;p26"/>
          <p:cNvSpPr txBox="1">
            <a:spLocks noGrp="1"/>
          </p:cNvSpPr>
          <p:nvPr>
            <p:ph type="subTitle" idx="1"/>
          </p:nvPr>
        </p:nvSpPr>
        <p:spPr>
          <a:xfrm>
            <a:off x="1071667" y="3591367"/>
            <a:ext cx="4212400" cy="7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200" name="Google Shape;200;p2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2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607744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>
            <a:spLocks noGrp="1"/>
          </p:cNvSpPr>
          <p:nvPr>
            <p:ph type="title"/>
          </p:nvPr>
        </p:nvSpPr>
        <p:spPr>
          <a:xfrm>
            <a:off x="5986867" y="2730300"/>
            <a:ext cx="4485600" cy="8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04" name="Google Shape;204;p27"/>
          <p:cNvSpPr txBox="1">
            <a:spLocks noGrp="1"/>
          </p:cNvSpPr>
          <p:nvPr>
            <p:ph type="subTitle" idx="1"/>
          </p:nvPr>
        </p:nvSpPr>
        <p:spPr>
          <a:xfrm>
            <a:off x="6474067" y="3593100"/>
            <a:ext cx="3998400" cy="7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Josefin Sans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205" name="Google Shape;205;p2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64943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1">
  <p:cSld name="One column text 1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>
            <a:spLocks noGrp="1"/>
          </p:cNvSpPr>
          <p:nvPr>
            <p:ph type="subTitle" idx="1"/>
          </p:nvPr>
        </p:nvSpPr>
        <p:spPr>
          <a:xfrm>
            <a:off x="5555733" y="1938033"/>
            <a:ext cx="5276800" cy="38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50799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09" name="Google Shape;209;p2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003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210" name="Google Shape;210;p2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2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28"/>
          <p:cNvCxnSpPr/>
          <p:nvPr/>
        </p:nvCxnSpPr>
        <p:spPr>
          <a:xfrm flipH="1">
            <a:off x="9029533" y="4884600"/>
            <a:ext cx="3764400" cy="2177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2691628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9"/>
          <p:cNvSpPr txBox="1">
            <a:spLocks noGrp="1"/>
          </p:cNvSpPr>
          <p:nvPr>
            <p:ph type="subTitle" idx="1"/>
          </p:nvPr>
        </p:nvSpPr>
        <p:spPr>
          <a:xfrm>
            <a:off x="6421433" y="4821833"/>
            <a:ext cx="3922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ubTitle" idx="2"/>
          </p:nvPr>
        </p:nvSpPr>
        <p:spPr>
          <a:xfrm>
            <a:off x="6421600" y="5275167"/>
            <a:ext cx="3922400" cy="8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3"/>
          </p:nvPr>
        </p:nvSpPr>
        <p:spPr>
          <a:xfrm>
            <a:off x="1847772" y="4821833"/>
            <a:ext cx="3922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4"/>
          </p:nvPr>
        </p:nvSpPr>
        <p:spPr>
          <a:xfrm>
            <a:off x="1848033" y="5275167"/>
            <a:ext cx="3922400" cy="8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363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219" name="Google Shape;219;p2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208873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>
            <a:spLocks noGrp="1"/>
          </p:cNvSpPr>
          <p:nvPr>
            <p:ph type="title"/>
          </p:nvPr>
        </p:nvSpPr>
        <p:spPr>
          <a:xfrm>
            <a:off x="3777200" y="1054933"/>
            <a:ext cx="4637600" cy="12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9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23" name="Google Shape;223;p30"/>
          <p:cNvSpPr txBox="1">
            <a:spLocks noGrp="1"/>
          </p:cNvSpPr>
          <p:nvPr>
            <p:ph type="subTitle" idx="1"/>
          </p:nvPr>
        </p:nvSpPr>
        <p:spPr>
          <a:xfrm>
            <a:off x="3977800" y="2332567"/>
            <a:ext cx="4236400" cy="12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24" name="Google Shape;224;p30"/>
          <p:cNvSpPr txBox="1"/>
          <p:nvPr/>
        </p:nvSpPr>
        <p:spPr>
          <a:xfrm>
            <a:off x="3867267" y="4584367"/>
            <a:ext cx="4457600" cy="9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CREDITS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: This presentation template was created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,and infographics &amp; images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333" b="1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25" name="Google Shape;225;p3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30"/>
          <p:cNvCxnSpPr/>
          <p:nvPr/>
        </p:nvCxnSpPr>
        <p:spPr>
          <a:xfrm>
            <a:off x="-343967" y="5247167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3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30"/>
          <p:cNvCxnSpPr/>
          <p:nvPr/>
        </p:nvCxnSpPr>
        <p:spPr>
          <a:xfrm>
            <a:off x="8623267" y="-96733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6110423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0" name="Google Shape;230;p3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3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165437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oogle Shape;233;p3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34;p3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35;p32"/>
          <p:cNvCxnSpPr/>
          <p:nvPr/>
        </p:nvCxnSpPr>
        <p:spPr>
          <a:xfrm>
            <a:off x="9912233" y="-1674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2"/>
          <p:cNvCxnSpPr/>
          <p:nvPr/>
        </p:nvCxnSpPr>
        <p:spPr>
          <a:xfrm>
            <a:off x="-196367" y="52579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037582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8" name="Google Shape;238;p3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3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0" name="Google Shape;240;p33"/>
          <p:cNvCxnSpPr/>
          <p:nvPr/>
        </p:nvCxnSpPr>
        <p:spPr>
          <a:xfrm flipH="1">
            <a:off x="9029533" y="4884600"/>
            <a:ext cx="3764400" cy="2177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36862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128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1000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817440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4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243" name="Google Shape;243;p34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3659471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7697083-7CD6-4396-8A66-1DFFB3DC4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3184" y="1968687"/>
            <a:ext cx="8485631" cy="1460313"/>
          </a:xfrm>
        </p:spPr>
        <p:txBody>
          <a:bodyPr>
            <a:noAutofit/>
          </a:bodyPr>
          <a:lstStyle/>
          <a:p>
            <a:r>
              <a:rPr lang="cs-CZ" sz="4800" dirty="0"/>
              <a:t>Správce hesel s </a:t>
            </a:r>
            <a:r>
              <a:rPr lang="cs-CZ" sz="4800" dirty="0" err="1"/>
              <a:t>dvoufaktorovou</a:t>
            </a:r>
            <a:r>
              <a:rPr lang="cs-CZ" sz="4800" dirty="0"/>
              <a:t> autentizací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60AFED5-0D53-4C68-AEDD-97B1032465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5222" y="4612807"/>
            <a:ext cx="2965445" cy="1460312"/>
          </a:xfrm>
          <a:noFill/>
          <a:ln>
            <a:noFill/>
          </a:ln>
        </p:spPr>
        <p:txBody>
          <a:bodyPr/>
          <a:lstStyle/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Oliver </a:t>
            </a:r>
            <a:r>
              <a:rPr lang="cs-CZ" sz="1400" dirty="0" err="1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Bielik</a:t>
            </a: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 (231229)</a:t>
            </a: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Vojtěch Vaculík (230338)</a:t>
            </a:r>
            <a:endParaRPr lang="cs-CZ" sz="1400" dirty="0">
              <a:latin typeface="Montserrat" panose="00000500000000000000" pitchFamily="2" charset="-18"/>
            </a:endParaRP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David Zeman (231304)</a:t>
            </a: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Michal </a:t>
            </a:r>
            <a:r>
              <a:rPr lang="cs-CZ" sz="1400" dirty="0" err="1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Žernovič</a:t>
            </a: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 (230923)</a:t>
            </a:r>
          </a:p>
        </p:txBody>
      </p:sp>
      <p:pic>
        <p:nvPicPr>
          <p:cNvPr id="4" name="Obrázok 1" descr="ELEKTRON-Fotogalerie">
            <a:extLst>
              <a:ext uri="{FF2B5EF4-FFF2-40B4-BE49-F238E27FC236}">
                <a16:creationId xmlns:a16="http://schemas.microsoft.com/office/drawing/2014/main" id="{4E71E07D-A3C8-4366-AB4F-3A9578C60F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1333" y="4861729"/>
            <a:ext cx="2965445" cy="9624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95402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39616A7-1840-40AF-80C3-ADE6D9213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Funkce programu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6290100-B11E-4F4A-B631-7DAB949FB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0967" y="1501735"/>
            <a:ext cx="5145000" cy="4762898"/>
          </a:xfrm>
        </p:spPr>
        <p:txBody>
          <a:bodyPr/>
          <a:lstStyle/>
          <a:p>
            <a:pPr>
              <a:lnSpc>
                <a:spcPct val="300000"/>
              </a:lnSpc>
            </a:pPr>
            <a:r>
              <a:rPr lang="cs-CZ" dirty="0"/>
              <a:t>Registrace</a:t>
            </a:r>
          </a:p>
          <a:p>
            <a:pPr>
              <a:lnSpc>
                <a:spcPct val="300000"/>
              </a:lnSpc>
            </a:pPr>
            <a:r>
              <a:rPr lang="cs-CZ" dirty="0"/>
              <a:t>Přihlášení</a:t>
            </a:r>
          </a:p>
          <a:p>
            <a:pPr>
              <a:lnSpc>
                <a:spcPct val="300000"/>
              </a:lnSpc>
            </a:pPr>
            <a:r>
              <a:rPr lang="cs-CZ" dirty="0"/>
              <a:t>Zašifrování databáze a souboru s hesly</a:t>
            </a:r>
          </a:p>
          <a:p>
            <a:pPr>
              <a:lnSpc>
                <a:spcPct val="300000"/>
              </a:lnSpc>
            </a:pPr>
            <a:r>
              <a:rPr lang="cs-CZ" dirty="0"/>
              <a:t>Uložení hesel</a:t>
            </a:r>
          </a:p>
          <a:p>
            <a:pPr>
              <a:lnSpc>
                <a:spcPct val="300000"/>
              </a:lnSpc>
            </a:pPr>
            <a:r>
              <a:rPr lang="cs-CZ" dirty="0"/>
              <a:t>Vypsání hesel</a:t>
            </a:r>
          </a:p>
          <a:p>
            <a:pPr>
              <a:lnSpc>
                <a:spcPct val="300000"/>
              </a:lnSpc>
            </a:pPr>
            <a:r>
              <a:rPr lang="cs-CZ" dirty="0"/>
              <a:t>Smazání hesel</a:t>
            </a:r>
          </a:p>
        </p:txBody>
      </p:sp>
    </p:spTree>
    <p:extLst>
      <p:ext uri="{BB962C8B-B14F-4D97-AF65-F5344CB8AC3E}">
        <p14:creationId xmlns:p14="http://schemas.microsoft.com/office/powerpoint/2010/main" val="3209944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>
            <a:extLst>
              <a:ext uri="{FF2B5EF4-FFF2-40B4-BE49-F238E27FC236}">
                <a16:creationId xmlns:a16="http://schemas.microsoft.com/office/drawing/2014/main" id="{CB3B644F-28E4-4603-9566-359CBD4C4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121" y="388758"/>
            <a:ext cx="9393758" cy="6092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0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DE9064-AF59-4129-AA4B-92FA4BCF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Registrace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3842D6C-1AFF-4C8F-9DE1-F58F6EF7F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635984" cy="43173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Přihlašovací údaje se ukládají do </a:t>
            </a:r>
            <a:r>
              <a:rPr lang="cs-CZ" dirty="0" err="1"/>
              <a:t>user.db</a:t>
            </a:r>
            <a:endParaRPr lang="cs-CZ" dirty="0"/>
          </a:p>
          <a:p>
            <a:pPr lvl="1">
              <a:lnSpc>
                <a:spcPct val="150000"/>
              </a:lnSpc>
            </a:pPr>
            <a:r>
              <a:rPr lang="cs-CZ" sz="1400" dirty="0"/>
              <a:t>Knihovna sqlite3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Šifrováno pomocí AES</a:t>
            </a:r>
          </a:p>
          <a:p>
            <a:pPr>
              <a:lnSpc>
                <a:spcPct val="150000"/>
              </a:lnSpc>
            </a:pPr>
            <a:r>
              <a:rPr lang="cs-CZ" sz="1470" dirty="0"/>
              <a:t>E-mail</a:t>
            </a:r>
          </a:p>
          <a:p>
            <a:pPr>
              <a:lnSpc>
                <a:spcPct val="150000"/>
              </a:lnSpc>
            </a:pPr>
            <a:r>
              <a:rPr lang="cs-CZ" sz="1470" dirty="0"/>
              <a:t>Heslo</a:t>
            </a:r>
            <a:endParaRPr lang="cs-CZ" sz="187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Knihovna </a:t>
            </a:r>
            <a:r>
              <a:rPr lang="cs-CZ" sz="1400" dirty="0" err="1"/>
              <a:t>Bcrypt</a:t>
            </a:r>
            <a:endParaRPr lang="cs-CZ" sz="140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Algoritmus </a:t>
            </a:r>
            <a:r>
              <a:rPr lang="cs-CZ" sz="1400" dirty="0" err="1"/>
              <a:t>Blowfish</a:t>
            </a:r>
            <a:endParaRPr lang="cs-CZ" sz="1400" dirty="0"/>
          </a:p>
          <a:p>
            <a:pPr>
              <a:lnSpc>
                <a:spcPct val="150000"/>
              </a:lnSpc>
            </a:pPr>
            <a:r>
              <a:rPr lang="cs-CZ" sz="1470" dirty="0"/>
              <a:t>Soubor s hesly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Na výběr několik možností šifrování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341E49DF-E4C4-4F31-98B7-BCFDC5240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684" y="975167"/>
            <a:ext cx="4753638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03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01BAF46-0C11-4D32-8BE3-D2C690021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Přihlášení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36CB79B-2557-414D-B4C5-164C41B74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701371" cy="43944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Uživatel: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Vyplnění údajů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Zadání kódu z emailu</a:t>
            </a:r>
          </a:p>
          <a:p>
            <a:pPr>
              <a:lnSpc>
                <a:spcPct val="150000"/>
              </a:lnSpc>
            </a:pPr>
            <a:endParaRPr lang="cs-CZ" dirty="0"/>
          </a:p>
          <a:p>
            <a:pPr>
              <a:lnSpc>
                <a:spcPct val="150000"/>
              </a:lnSpc>
            </a:pPr>
            <a:r>
              <a:rPr lang="cs-CZ"/>
              <a:t>Program:</a:t>
            </a:r>
            <a:endParaRPr lang="cs-CZ" dirty="0"/>
          </a:p>
          <a:p>
            <a:pPr lvl="1">
              <a:lnSpc>
                <a:spcPct val="150000"/>
              </a:lnSpc>
            </a:pPr>
            <a:r>
              <a:rPr lang="cs-CZ" sz="1400" dirty="0"/>
              <a:t>Kontrola údajů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Odeslání kódu</a:t>
            </a:r>
          </a:p>
          <a:p>
            <a:pPr lvl="2">
              <a:lnSpc>
                <a:spcPct val="150000"/>
              </a:lnSpc>
            </a:pPr>
            <a:r>
              <a:rPr lang="cs-CZ" sz="1300" dirty="0"/>
              <a:t>Knihovny </a:t>
            </a:r>
            <a:r>
              <a:rPr lang="cs-CZ" sz="1300" dirty="0" err="1"/>
              <a:t>email.mime</a:t>
            </a:r>
            <a:r>
              <a:rPr lang="cs-CZ" sz="1300" dirty="0"/>
              <a:t> ,</a:t>
            </a:r>
            <a:r>
              <a:rPr lang="cs-CZ" sz="1300" dirty="0" err="1"/>
              <a:t>smtplib</a:t>
            </a:r>
            <a:endParaRPr lang="cs-CZ" sz="130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Ověření integrity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6A8D1F3D-EB66-4E45-9AAB-6666837B3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347" y="543644"/>
            <a:ext cx="3153309" cy="33507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B16C249D-38AA-4C65-B0B8-C2B1297B8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9631" y="2222738"/>
            <a:ext cx="3661766" cy="38688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CF2D58F2-EADC-412F-BA75-C4733631F6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001" y="4375619"/>
            <a:ext cx="4388984" cy="15356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945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1503257-EC72-4751-9104-7EAB1066A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Práce s hesly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49110E4-E84D-43D3-A182-430ABB79FB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068675" cy="43944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Zobrazení hesel v tabulce</a:t>
            </a:r>
          </a:p>
          <a:p>
            <a:pPr>
              <a:lnSpc>
                <a:spcPct val="150000"/>
              </a:lnSpc>
            </a:pPr>
            <a:r>
              <a:rPr lang="cs-CZ" dirty="0"/>
              <a:t>Kolonky pro nové heslo nebo smazání hesla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BB95E5A6-99FB-4F7F-A47B-ADA2EBA2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3098" y="2413442"/>
            <a:ext cx="3034078" cy="3470676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AB229A52-CDC4-42FA-A042-52DFCDF9B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909" y="593367"/>
            <a:ext cx="2897321" cy="3336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412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A7F81E5-FAB3-424A-82E6-9CF8E26F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Bezpečné uložení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FC1DF62-D909-4D68-B913-81954A0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Z důvodu šifrování a dešifrování</a:t>
            </a:r>
          </a:p>
          <a:p>
            <a:pPr>
              <a:lnSpc>
                <a:spcPct val="150000"/>
              </a:lnSpc>
            </a:pPr>
            <a:r>
              <a:rPr lang="cs-CZ" dirty="0"/>
              <a:t>Zavření křížkem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Soubor se nezašifruje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Nové otevření =&gt; dešifrace nezašifrovaného =&gt; nečitelnost dat</a:t>
            </a:r>
          </a:p>
        </p:txBody>
      </p:sp>
    </p:spTree>
    <p:extLst>
      <p:ext uri="{BB962C8B-B14F-4D97-AF65-F5344CB8AC3E}">
        <p14:creationId xmlns:p14="http://schemas.microsoft.com/office/powerpoint/2010/main" val="731760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véPole 1">
            <a:extLst>
              <a:ext uri="{FF2B5EF4-FFF2-40B4-BE49-F238E27FC236}">
                <a16:creationId xmlns:a16="http://schemas.microsoft.com/office/drawing/2014/main" id="{2D26A207-F0E3-4FC6-817C-8F1A989AF886}"/>
              </a:ext>
            </a:extLst>
          </p:cNvPr>
          <p:cNvSpPr txBox="1"/>
          <p:nvPr/>
        </p:nvSpPr>
        <p:spPr>
          <a:xfrm>
            <a:off x="2633662" y="2967335"/>
            <a:ext cx="692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5400" dirty="0">
                <a:latin typeface="Vidaloka"/>
              </a:rPr>
              <a:t>Děkujeme za pozornost</a:t>
            </a:r>
          </a:p>
        </p:txBody>
      </p:sp>
    </p:spTree>
    <p:extLst>
      <p:ext uri="{BB962C8B-B14F-4D97-AF65-F5344CB8AC3E}">
        <p14:creationId xmlns:p14="http://schemas.microsoft.com/office/powerpoint/2010/main" val="3571794150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Minimalist Business Slides by Slidesgo</Template>
  <TotalTime>129</TotalTime>
  <Words>129</Words>
  <Application>Microsoft Office PowerPoint</Application>
  <PresentationFormat>Širokoúhlá obrazovka</PresentationFormat>
  <Paragraphs>41</Paragraphs>
  <Slides>8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12</vt:i4>
      </vt:variant>
      <vt:variant>
        <vt:lpstr>Motiv</vt:lpstr>
      </vt:variant>
      <vt:variant>
        <vt:i4>2</vt:i4>
      </vt:variant>
      <vt:variant>
        <vt:lpstr>Nadpisy snímků</vt:lpstr>
      </vt:variant>
      <vt:variant>
        <vt:i4>8</vt:i4>
      </vt:variant>
    </vt:vector>
  </HeadingPairs>
  <TitlesOfParts>
    <vt:vector size="22" baseType="lpstr">
      <vt:lpstr>Arial</vt:lpstr>
      <vt:lpstr>Crimson Text</vt:lpstr>
      <vt:lpstr>Josefin Sans</vt:lpstr>
      <vt:lpstr>Lato</vt:lpstr>
      <vt:lpstr>Merriweather Light</vt:lpstr>
      <vt:lpstr>Montserrat</vt:lpstr>
      <vt:lpstr>Open Sans</vt:lpstr>
      <vt:lpstr>Open Sans SemiBold</vt:lpstr>
      <vt:lpstr>Proxima Nova</vt:lpstr>
      <vt:lpstr>Proxima Nova Semibold</vt:lpstr>
      <vt:lpstr>Russo One</vt:lpstr>
      <vt:lpstr>Vidaloka</vt:lpstr>
      <vt:lpstr>Minimalist Business Slides by Slidesgo</vt:lpstr>
      <vt:lpstr>Slidesgo Final Pages</vt:lpstr>
      <vt:lpstr>Správce hesel s dvoufaktorovou autentizací</vt:lpstr>
      <vt:lpstr>Funkce programu</vt:lpstr>
      <vt:lpstr>Prezentace aplikace PowerPoint</vt:lpstr>
      <vt:lpstr>Registrace</vt:lpstr>
      <vt:lpstr>Přihlášení</vt:lpstr>
      <vt:lpstr>Práce s hesly</vt:lpstr>
      <vt:lpstr>Bezpečné uložení</vt:lpstr>
      <vt:lpstr>Prezentace aplikace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Správce hesel s dvoufaktorovou autentizací</dc:title>
  <dc:creator>David Zeman</dc:creator>
  <cp:lastModifiedBy>David Zeman</cp:lastModifiedBy>
  <cp:revision>4</cp:revision>
  <dcterms:created xsi:type="dcterms:W3CDTF">2021-11-27T14:55:43Z</dcterms:created>
  <dcterms:modified xsi:type="dcterms:W3CDTF">2021-12-05T18:34:27Z</dcterms:modified>
</cp:coreProperties>
</file>