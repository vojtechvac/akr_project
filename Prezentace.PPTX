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94" r:id="rId2"/>
  </p:sldMasterIdLst>
  <p:sldIdLst>
    <p:sldId id="256" r:id="rId3"/>
    <p:sldId id="257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4" r:id="rId1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theme" Target="theme/theme1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laticon.com/" TargetMode="External"/><Relationship Id="rId2" Type="http://schemas.openxmlformats.org/officeDocument/2006/relationships/hyperlink" Target="https://slidesgo.com/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s://www.freepik.com/" TargetMode="Externa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386633" y="1766000"/>
            <a:ext cx="9418800" cy="273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8666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386667" y="4502800"/>
            <a:ext cx="9418800" cy="5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1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cxnSp>
        <p:nvCxnSpPr>
          <p:cNvPr id="11" name="Google Shape;11;p2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" name="Google Shape;12;p2"/>
          <p:cNvCxnSpPr/>
          <p:nvPr/>
        </p:nvCxnSpPr>
        <p:spPr>
          <a:xfrm flipH="1">
            <a:off x="-343967" y="-96733"/>
            <a:ext cx="4063200" cy="1795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" name="Google Shape;13;p2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" name="Google Shape;14;p2"/>
          <p:cNvCxnSpPr/>
          <p:nvPr/>
        </p:nvCxnSpPr>
        <p:spPr>
          <a:xfrm flipH="1">
            <a:off x="8623267" y="5247167"/>
            <a:ext cx="4063200" cy="1795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31317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title"/>
          </p:nvPr>
        </p:nvSpPr>
        <p:spPr>
          <a:xfrm>
            <a:off x="3619400" y="3391951"/>
            <a:ext cx="4953200" cy="865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3600"/>
              <a:buNone/>
              <a:defRPr sz="66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title" idx="2" hasCustomPrompt="1"/>
          </p:nvPr>
        </p:nvSpPr>
        <p:spPr>
          <a:xfrm>
            <a:off x="4995400" y="1971900"/>
            <a:ext cx="2201200" cy="130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9333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9pPr>
          </a:lstStyle>
          <a:p>
            <a:r>
              <a:t>xx%</a:t>
            </a:r>
          </a:p>
        </p:txBody>
      </p:sp>
      <p:sp>
        <p:nvSpPr>
          <p:cNvPr id="18" name="Google Shape;18;p3"/>
          <p:cNvSpPr txBox="1">
            <a:spLocks noGrp="1"/>
          </p:cNvSpPr>
          <p:nvPr>
            <p:ph type="subTitle" idx="1"/>
          </p:nvPr>
        </p:nvSpPr>
        <p:spPr>
          <a:xfrm>
            <a:off x="3055200" y="4372833"/>
            <a:ext cx="6081600" cy="52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cxnSp>
        <p:nvCxnSpPr>
          <p:cNvPr id="19" name="Google Shape;19;p3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" name="Google Shape;20;p3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" name="Google Shape;21;p3"/>
          <p:cNvCxnSpPr/>
          <p:nvPr/>
        </p:nvCxnSpPr>
        <p:spPr>
          <a:xfrm flipH="1">
            <a:off x="10598567" y="5306367"/>
            <a:ext cx="1838000" cy="16484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" name="Google Shape;22;p3"/>
          <p:cNvCxnSpPr/>
          <p:nvPr/>
        </p:nvCxnSpPr>
        <p:spPr>
          <a:xfrm flipH="1">
            <a:off x="-150500" y="-118267"/>
            <a:ext cx="1891600" cy="1419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7074287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628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body" idx="1"/>
          </p:nvPr>
        </p:nvSpPr>
        <p:spPr>
          <a:xfrm>
            <a:off x="951000" y="1697233"/>
            <a:ext cx="10290000" cy="439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Char char="●"/>
              <a:defRPr sz="1467"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cxnSp>
        <p:nvCxnSpPr>
          <p:cNvPr id="26" name="Google Shape;26;p4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" name="Google Shape;27;p4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" name="Google Shape;28;p4"/>
          <p:cNvCxnSpPr/>
          <p:nvPr/>
        </p:nvCxnSpPr>
        <p:spPr>
          <a:xfrm>
            <a:off x="9179867" y="-151467"/>
            <a:ext cx="3420800" cy="17416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2098352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5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7574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subTitle" idx="1"/>
          </p:nvPr>
        </p:nvSpPr>
        <p:spPr>
          <a:xfrm>
            <a:off x="6718633" y="3532033"/>
            <a:ext cx="33148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ubTitle" idx="2"/>
          </p:nvPr>
        </p:nvSpPr>
        <p:spPr>
          <a:xfrm>
            <a:off x="6718633" y="3948267"/>
            <a:ext cx="3314800" cy="120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subTitle" idx="3"/>
          </p:nvPr>
        </p:nvSpPr>
        <p:spPr>
          <a:xfrm>
            <a:off x="2257567" y="3532033"/>
            <a:ext cx="33148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subTitle" idx="4"/>
          </p:nvPr>
        </p:nvSpPr>
        <p:spPr>
          <a:xfrm>
            <a:off x="2257567" y="3948267"/>
            <a:ext cx="3314800" cy="120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cxnSp>
        <p:nvCxnSpPr>
          <p:cNvPr id="35" name="Google Shape;35;p5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" name="Google Shape;36;p5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" name="Google Shape;37;p5"/>
          <p:cNvCxnSpPr/>
          <p:nvPr/>
        </p:nvCxnSpPr>
        <p:spPr>
          <a:xfrm flipH="1">
            <a:off x="9247667" y="5241767"/>
            <a:ext cx="3399200" cy="1806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5255443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cxnSp>
        <p:nvCxnSpPr>
          <p:cNvPr id="40" name="Google Shape;40;p6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" name="Google Shape;41;p6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5440880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7"/>
          <p:cNvSpPr txBox="1">
            <a:spLocks noGrp="1"/>
          </p:cNvSpPr>
          <p:nvPr>
            <p:ph type="subTitle" idx="1"/>
          </p:nvPr>
        </p:nvSpPr>
        <p:spPr>
          <a:xfrm>
            <a:off x="3147167" y="1910733"/>
            <a:ext cx="23004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 b="1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 b="1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 b="1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 b="1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 b="1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 b="1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 b="1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 b="1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subTitle" idx="2"/>
          </p:nvPr>
        </p:nvSpPr>
        <p:spPr>
          <a:xfrm>
            <a:off x="2996667" y="2386733"/>
            <a:ext cx="6880400" cy="320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R="67732" lvl="0" rtl="0">
              <a:lnSpc>
                <a:spcPct val="166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867">
                <a:solidFill>
                  <a:srgbClr val="374957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5729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cxnSp>
        <p:nvCxnSpPr>
          <p:cNvPr id="46" name="Google Shape;46;p7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" name="Google Shape;47;p7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6366392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8"/>
          <p:cNvSpPr txBox="1">
            <a:spLocks noGrp="1"/>
          </p:cNvSpPr>
          <p:nvPr>
            <p:ph type="title"/>
          </p:nvPr>
        </p:nvSpPr>
        <p:spPr>
          <a:xfrm>
            <a:off x="1496667" y="1633867"/>
            <a:ext cx="9198800" cy="359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12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cxnSp>
        <p:nvCxnSpPr>
          <p:cNvPr id="50" name="Google Shape;50;p8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1" name="Google Shape;51;p8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" name="Google Shape;52;p8"/>
          <p:cNvCxnSpPr/>
          <p:nvPr/>
        </p:nvCxnSpPr>
        <p:spPr>
          <a:xfrm flipH="1">
            <a:off x="9457667" y="5246767"/>
            <a:ext cx="3110400" cy="1796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" name="Google Shape;53;p8"/>
          <p:cNvCxnSpPr/>
          <p:nvPr/>
        </p:nvCxnSpPr>
        <p:spPr>
          <a:xfrm flipH="1">
            <a:off x="-560600" y="-162133"/>
            <a:ext cx="3110400" cy="1796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043916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subTitle" idx="1"/>
          </p:nvPr>
        </p:nvSpPr>
        <p:spPr>
          <a:xfrm>
            <a:off x="1194600" y="2242667"/>
            <a:ext cx="5129600" cy="317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7573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cxnSp>
        <p:nvCxnSpPr>
          <p:cNvPr id="57" name="Google Shape;57;p9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8" name="Google Shape;58;p9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9" name="Google Shape;59;p9"/>
          <p:cNvCxnSpPr/>
          <p:nvPr/>
        </p:nvCxnSpPr>
        <p:spPr>
          <a:xfrm flipH="1">
            <a:off x="7900600" y="3730000"/>
            <a:ext cx="4504000" cy="3289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7561014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0"/>
          <p:cNvSpPr txBox="1">
            <a:spLocks noGrp="1"/>
          </p:cNvSpPr>
          <p:nvPr>
            <p:ph type="body" idx="1"/>
          </p:nvPr>
        </p:nvSpPr>
        <p:spPr>
          <a:xfrm>
            <a:off x="950967" y="719333"/>
            <a:ext cx="4742800" cy="130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609585" lvl="0" indent="-30479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4000">
                <a:latin typeface="Vidaloka"/>
                <a:ea typeface="Vidaloka"/>
                <a:cs typeface="Vidaloka"/>
                <a:sym typeface="Vidaloka"/>
              </a:defRPr>
            </a:lvl1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cxnSp>
        <p:nvCxnSpPr>
          <p:cNvPr id="62" name="Google Shape;62;p10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3" name="Google Shape;63;p10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4" name="Google Shape;64;p10"/>
          <p:cNvCxnSpPr/>
          <p:nvPr/>
        </p:nvCxnSpPr>
        <p:spPr>
          <a:xfrm rot="10800000" flipH="1">
            <a:off x="8193300" y="4138300"/>
            <a:ext cx="4157600" cy="29348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5398356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>
            <a:spLocks noGrp="1"/>
          </p:cNvSpPr>
          <p:nvPr>
            <p:ph type="title" hasCustomPrompt="1"/>
          </p:nvPr>
        </p:nvSpPr>
        <p:spPr>
          <a:xfrm>
            <a:off x="950967" y="1997017"/>
            <a:ext cx="10290000" cy="219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67" name="Google Shape;67;p11"/>
          <p:cNvSpPr txBox="1">
            <a:spLocks noGrp="1"/>
          </p:cNvSpPr>
          <p:nvPr>
            <p:ph type="subTitle" idx="1"/>
          </p:nvPr>
        </p:nvSpPr>
        <p:spPr>
          <a:xfrm>
            <a:off x="2019100" y="4371717"/>
            <a:ext cx="8160400" cy="5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cxnSp>
        <p:nvCxnSpPr>
          <p:cNvPr id="68" name="Google Shape;68;p11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" name="Google Shape;69;p11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" name="Google Shape;70;p11"/>
          <p:cNvCxnSpPr/>
          <p:nvPr/>
        </p:nvCxnSpPr>
        <p:spPr>
          <a:xfrm>
            <a:off x="-333633" y="5435267"/>
            <a:ext cx="2569200" cy="1548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1" name="Google Shape;71;p11"/>
          <p:cNvCxnSpPr/>
          <p:nvPr/>
        </p:nvCxnSpPr>
        <p:spPr>
          <a:xfrm>
            <a:off x="9921533" y="-64500"/>
            <a:ext cx="2569200" cy="1548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7791302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71366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">
  <p:cSld name="Table of Conten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3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47784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sp>
        <p:nvSpPr>
          <p:cNvPr id="75" name="Google Shape;75;p13"/>
          <p:cNvSpPr txBox="1">
            <a:spLocks noGrp="1"/>
          </p:cNvSpPr>
          <p:nvPr>
            <p:ph type="subTitle" idx="1"/>
          </p:nvPr>
        </p:nvSpPr>
        <p:spPr>
          <a:xfrm>
            <a:off x="6668000" y="2590567"/>
            <a:ext cx="33148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3200"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subTitle" idx="2"/>
          </p:nvPr>
        </p:nvSpPr>
        <p:spPr>
          <a:xfrm>
            <a:off x="6668000" y="3006800"/>
            <a:ext cx="3314800" cy="82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subTitle" idx="3"/>
          </p:nvPr>
        </p:nvSpPr>
        <p:spPr>
          <a:xfrm>
            <a:off x="2206933" y="2590567"/>
            <a:ext cx="33148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3200"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subTitle" idx="4"/>
          </p:nvPr>
        </p:nvSpPr>
        <p:spPr>
          <a:xfrm>
            <a:off x="2206933" y="3006800"/>
            <a:ext cx="3314800" cy="82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ubTitle" idx="5"/>
          </p:nvPr>
        </p:nvSpPr>
        <p:spPr>
          <a:xfrm>
            <a:off x="6668000" y="4965267"/>
            <a:ext cx="33148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3200"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subTitle" idx="6"/>
          </p:nvPr>
        </p:nvSpPr>
        <p:spPr>
          <a:xfrm>
            <a:off x="6668000" y="5381500"/>
            <a:ext cx="3314800" cy="82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subTitle" idx="7"/>
          </p:nvPr>
        </p:nvSpPr>
        <p:spPr>
          <a:xfrm>
            <a:off x="2206933" y="4965267"/>
            <a:ext cx="33148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3200"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subTitle" idx="8"/>
          </p:nvPr>
        </p:nvSpPr>
        <p:spPr>
          <a:xfrm>
            <a:off x="2207000" y="5381500"/>
            <a:ext cx="3314800" cy="82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title" idx="9" hasCustomPrompt="1"/>
          </p:nvPr>
        </p:nvSpPr>
        <p:spPr>
          <a:xfrm>
            <a:off x="3171533" y="1738117"/>
            <a:ext cx="1385600" cy="89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067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4" name="Google Shape;84;p13"/>
          <p:cNvSpPr txBox="1">
            <a:spLocks noGrp="1"/>
          </p:cNvSpPr>
          <p:nvPr>
            <p:ph type="title" idx="13" hasCustomPrompt="1"/>
          </p:nvPr>
        </p:nvSpPr>
        <p:spPr>
          <a:xfrm>
            <a:off x="7632600" y="1738117"/>
            <a:ext cx="1385600" cy="89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067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5" name="Google Shape;85;p13"/>
          <p:cNvSpPr txBox="1">
            <a:spLocks noGrp="1"/>
          </p:cNvSpPr>
          <p:nvPr>
            <p:ph type="title" idx="14" hasCustomPrompt="1"/>
          </p:nvPr>
        </p:nvSpPr>
        <p:spPr>
          <a:xfrm>
            <a:off x="3171600" y="4110317"/>
            <a:ext cx="1385600" cy="89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067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6" name="Google Shape;86;p13"/>
          <p:cNvSpPr txBox="1">
            <a:spLocks noGrp="1"/>
          </p:cNvSpPr>
          <p:nvPr>
            <p:ph type="title" idx="15" hasCustomPrompt="1"/>
          </p:nvPr>
        </p:nvSpPr>
        <p:spPr>
          <a:xfrm>
            <a:off x="7632600" y="4110317"/>
            <a:ext cx="1385600" cy="89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067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cxnSp>
        <p:nvCxnSpPr>
          <p:cNvPr id="87" name="Google Shape;87;p13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8" name="Google Shape;88;p13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0749566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4"/>
          <p:cNvSpPr txBox="1">
            <a:spLocks noGrp="1"/>
          </p:cNvSpPr>
          <p:nvPr>
            <p:ph type="title"/>
          </p:nvPr>
        </p:nvSpPr>
        <p:spPr>
          <a:xfrm>
            <a:off x="3214000" y="3910367"/>
            <a:ext cx="5764000" cy="6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6400">
                <a:latin typeface="Crimson Text"/>
                <a:ea typeface="Crimson Text"/>
                <a:cs typeface="Crimson Text"/>
                <a:sym typeface="Crimson Tex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6400">
                <a:latin typeface="Crimson Text"/>
                <a:ea typeface="Crimson Text"/>
                <a:cs typeface="Crimson Text"/>
                <a:sym typeface="Crimson Tex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6400">
                <a:latin typeface="Crimson Text"/>
                <a:ea typeface="Crimson Text"/>
                <a:cs typeface="Crimson Text"/>
                <a:sym typeface="Crimson Tex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6400">
                <a:latin typeface="Crimson Text"/>
                <a:ea typeface="Crimson Text"/>
                <a:cs typeface="Crimson Text"/>
                <a:sym typeface="Crimson Tex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6400">
                <a:latin typeface="Crimson Text"/>
                <a:ea typeface="Crimson Text"/>
                <a:cs typeface="Crimson Text"/>
                <a:sym typeface="Crimson Tex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6400">
                <a:latin typeface="Crimson Text"/>
                <a:ea typeface="Crimson Text"/>
                <a:cs typeface="Crimson Text"/>
                <a:sym typeface="Crimson Tex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6400">
                <a:latin typeface="Crimson Text"/>
                <a:ea typeface="Crimson Text"/>
                <a:cs typeface="Crimson Text"/>
                <a:sym typeface="Crimson Tex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6400">
                <a:latin typeface="Crimson Text"/>
                <a:ea typeface="Crimson Text"/>
                <a:cs typeface="Crimson Text"/>
                <a:sym typeface="Crimson Text"/>
              </a:defRPr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subTitle" idx="1"/>
          </p:nvPr>
        </p:nvSpPr>
        <p:spPr>
          <a:xfrm>
            <a:off x="2457200" y="2215951"/>
            <a:ext cx="7277600" cy="132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6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cxnSp>
        <p:nvCxnSpPr>
          <p:cNvPr id="92" name="Google Shape;92;p14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3" name="Google Shape;93;p14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5806965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Title and text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5"/>
          <p:cNvSpPr txBox="1">
            <a:spLocks noGrp="1"/>
          </p:cNvSpPr>
          <p:nvPr>
            <p:ph type="title"/>
          </p:nvPr>
        </p:nvSpPr>
        <p:spPr>
          <a:xfrm>
            <a:off x="2659800" y="2263317"/>
            <a:ext cx="6872400" cy="150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1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12000"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sp>
        <p:nvSpPr>
          <p:cNvPr id="96" name="Google Shape;96;p15"/>
          <p:cNvSpPr txBox="1">
            <a:spLocks noGrp="1"/>
          </p:cNvSpPr>
          <p:nvPr>
            <p:ph type="subTitle" idx="1"/>
          </p:nvPr>
        </p:nvSpPr>
        <p:spPr>
          <a:xfrm>
            <a:off x="3066000" y="3962867"/>
            <a:ext cx="6060000" cy="73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cxnSp>
        <p:nvCxnSpPr>
          <p:cNvPr id="97" name="Google Shape;97;p15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8" name="Google Shape;98;p15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12511907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 only 1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6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cxnSp>
        <p:nvCxnSpPr>
          <p:cNvPr id="101" name="Google Shape;101;p16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2" name="Google Shape;102;p16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3" name="Google Shape;103;p16"/>
          <p:cNvCxnSpPr/>
          <p:nvPr/>
        </p:nvCxnSpPr>
        <p:spPr>
          <a:xfrm>
            <a:off x="9609800" y="-204233"/>
            <a:ext cx="2827200" cy="16984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10328861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 header 1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7"/>
          <p:cNvSpPr txBox="1">
            <a:spLocks noGrp="1"/>
          </p:cNvSpPr>
          <p:nvPr>
            <p:ph type="title"/>
          </p:nvPr>
        </p:nvSpPr>
        <p:spPr>
          <a:xfrm>
            <a:off x="6608133" y="3289833"/>
            <a:ext cx="3300400" cy="865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667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sp>
        <p:nvSpPr>
          <p:cNvPr id="106" name="Google Shape;106;p17"/>
          <p:cNvSpPr txBox="1">
            <a:spLocks noGrp="1"/>
          </p:cNvSpPr>
          <p:nvPr>
            <p:ph type="title" idx="2" hasCustomPrompt="1"/>
          </p:nvPr>
        </p:nvSpPr>
        <p:spPr>
          <a:xfrm>
            <a:off x="6608133" y="1869767"/>
            <a:ext cx="2201200" cy="130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9333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2pPr>
            <a:lvl3pPr lvl="2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3pPr>
            <a:lvl4pPr lvl="3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4pPr>
            <a:lvl5pPr lvl="4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5pPr>
            <a:lvl6pPr lvl="5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6pPr>
            <a:lvl7pPr lvl="6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7pPr>
            <a:lvl8pPr lvl="7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8pPr>
            <a:lvl9pPr lvl="8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9pPr>
          </a:lstStyle>
          <a:p>
            <a:r>
              <a:t>xx%</a:t>
            </a:r>
          </a:p>
        </p:txBody>
      </p:sp>
      <p:sp>
        <p:nvSpPr>
          <p:cNvPr id="107" name="Google Shape;107;p17"/>
          <p:cNvSpPr txBox="1">
            <a:spLocks noGrp="1"/>
          </p:cNvSpPr>
          <p:nvPr>
            <p:ph type="subTitle" idx="1"/>
          </p:nvPr>
        </p:nvSpPr>
        <p:spPr>
          <a:xfrm>
            <a:off x="6608133" y="4155033"/>
            <a:ext cx="3300400" cy="83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cxnSp>
        <p:nvCxnSpPr>
          <p:cNvPr id="108" name="Google Shape;108;p17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9" name="Google Shape;109;p17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0" name="Google Shape;110;p17"/>
          <p:cNvCxnSpPr/>
          <p:nvPr/>
        </p:nvCxnSpPr>
        <p:spPr>
          <a:xfrm>
            <a:off x="-279467" y="3203267"/>
            <a:ext cx="4192400" cy="37196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7588080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Title and text 1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8"/>
          <p:cNvSpPr txBox="1">
            <a:spLocks noGrp="1"/>
          </p:cNvSpPr>
          <p:nvPr>
            <p:ph type="title"/>
          </p:nvPr>
        </p:nvSpPr>
        <p:spPr>
          <a:xfrm>
            <a:off x="1391633" y="1580733"/>
            <a:ext cx="4164000" cy="269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4667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sp>
        <p:nvSpPr>
          <p:cNvPr id="113" name="Google Shape;113;p18"/>
          <p:cNvSpPr txBox="1">
            <a:spLocks noGrp="1"/>
          </p:cNvSpPr>
          <p:nvPr>
            <p:ph type="subTitle" idx="1"/>
          </p:nvPr>
        </p:nvSpPr>
        <p:spPr>
          <a:xfrm>
            <a:off x="1391633" y="4481251"/>
            <a:ext cx="4018000" cy="104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cxnSp>
        <p:nvCxnSpPr>
          <p:cNvPr id="114" name="Google Shape;114;p18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5" name="Google Shape;115;p18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6" name="Google Shape;116;p18"/>
          <p:cNvCxnSpPr/>
          <p:nvPr/>
        </p:nvCxnSpPr>
        <p:spPr>
          <a:xfrm>
            <a:off x="7096867" y="-107500"/>
            <a:ext cx="5340000" cy="26764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23175665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Title and three columns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9"/>
          <p:cNvSpPr txBox="1">
            <a:spLocks noGrp="1"/>
          </p:cNvSpPr>
          <p:nvPr>
            <p:ph type="subTitle" idx="1"/>
          </p:nvPr>
        </p:nvSpPr>
        <p:spPr>
          <a:xfrm>
            <a:off x="4678667" y="3514833"/>
            <a:ext cx="28348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19" name="Google Shape;119;p19"/>
          <p:cNvSpPr txBox="1">
            <a:spLocks noGrp="1"/>
          </p:cNvSpPr>
          <p:nvPr>
            <p:ph type="subTitle" idx="2"/>
          </p:nvPr>
        </p:nvSpPr>
        <p:spPr>
          <a:xfrm>
            <a:off x="4678700" y="3968167"/>
            <a:ext cx="2834800" cy="108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20" name="Google Shape;120;p19"/>
          <p:cNvSpPr txBox="1">
            <a:spLocks noGrp="1"/>
          </p:cNvSpPr>
          <p:nvPr>
            <p:ph type="subTitle" idx="3"/>
          </p:nvPr>
        </p:nvSpPr>
        <p:spPr>
          <a:xfrm>
            <a:off x="1270700" y="3514833"/>
            <a:ext cx="28348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21" name="Google Shape;121;p19"/>
          <p:cNvSpPr txBox="1">
            <a:spLocks noGrp="1"/>
          </p:cNvSpPr>
          <p:nvPr>
            <p:ph type="subTitle" idx="4"/>
          </p:nvPr>
        </p:nvSpPr>
        <p:spPr>
          <a:xfrm>
            <a:off x="1270833" y="3968167"/>
            <a:ext cx="2834800" cy="108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22" name="Google Shape;122;p19"/>
          <p:cNvSpPr txBox="1">
            <a:spLocks noGrp="1"/>
          </p:cNvSpPr>
          <p:nvPr>
            <p:ph type="subTitle" idx="5"/>
          </p:nvPr>
        </p:nvSpPr>
        <p:spPr>
          <a:xfrm>
            <a:off x="8086500" y="3514833"/>
            <a:ext cx="28348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23" name="Google Shape;123;p19"/>
          <p:cNvSpPr txBox="1">
            <a:spLocks noGrp="1"/>
          </p:cNvSpPr>
          <p:nvPr>
            <p:ph type="subTitle" idx="6"/>
          </p:nvPr>
        </p:nvSpPr>
        <p:spPr>
          <a:xfrm>
            <a:off x="8086500" y="3968167"/>
            <a:ext cx="2834800" cy="108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24" name="Google Shape;124;p19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8874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cxnSp>
        <p:nvCxnSpPr>
          <p:cNvPr id="125" name="Google Shape;125;p19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6" name="Google Shape;126;p19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2071827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Title and three columns 1"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0"/>
          <p:cNvSpPr txBox="1">
            <a:spLocks noGrp="1"/>
          </p:cNvSpPr>
          <p:nvPr>
            <p:ph type="subTitle" idx="1"/>
          </p:nvPr>
        </p:nvSpPr>
        <p:spPr>
          <a:xfrm>
            <a:off x="4957767" y="4522367"/>
            <a:ext cx="21904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29" name="Google Shape;129;p20"/>
          <p:cNvSpPr txBox="1">
            <a:spLocks noGrp="1"/>
          </p:cNvSpPr>
          <p:nvPr>
            <p:ph type="subTitle" idx="2"/>
          </p:nvPr>
        </p:nvSpPr>
        <p:spPr>
          <a:xfrm>
            <a:off x="4823567" y="4975700"/>
            <a:ext cx="2458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 sz="1867">
                <a:solidFill>
                  <a:srgbClr val="02020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30" name="Google Shape;130;p20"/>
          <p:cNvSpPr txBox="1">
            <a:spLocks noGrp="1"/>
          </p:cNvSpPr>
          <p:nvPr>
            <p:ph type="subTitle" idx="3"/>
          </p:nvPr>
        </p:nvSpPr>
        <p:spPr>
          <a:xfrm>
            <a:off x="1770700" y="4522367"/>
            <a:ext cx="21904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31" name="Google Shape;131;p20"/>
          <p:cNvSpPr txBox="1">
            <a:spLocks noGrp="1"/>
          </p:cNvSpPr>
          <p:nvPr>
            <p:ph type="subTitle" idx="4"/>
          </p:nvPr>
        </p:nvSpPr>
        <p:spPr>
          <a:xfrm>
            <a:off x="1636568" y="4975700"/>
            <a:ext cx="2458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 sz="1867">
                <a:solidFill>
                  <a:srgbClr val="02020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32" name="Google Shape;132;p20"/>
          <p:cNvSpPr txBox="1">
            <a:spLocks noGrp="1"/>
          </p:cNvSpPr>
          <p:nvPr>
            <p:ph type="subTitle" idx="5"/>
          </p:nvPr>
        </p:nvSpPr>
        <p:spPr>
          <a:xfrm>
            <a:off x="8144733" y="4522367"/>
            <a:ext cx="21908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33" name="Google Shape;133;p20"/>
          <p:cNvSpPr txBox="1">
            <a:spLocks noGrp="1"/>
          </p:cNvSpPr>
          <p:nvPr>
            <p:ph type="subTitle" idx="6"/>
          </p:nvPr>
        </p:nvSpPr>
        <p:spPr>
          <a:xfrm>
            <a:off x="8010733" y="4975700"/>
            <a:ext cx="2458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 sz="1867">
                <a:solidFill>
                  <a:srgbClr val="02020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34" name="Google Shape;134;p20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4251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cxnSp>
        <p:nvCxnSpPr>
          <p:cNvPr id="135" name="Google Shape;135;p20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6" name="Google Shape;136;p20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7126312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Title and six columns"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1"/>
          <p:cNvSpPr txBox="1">
            <a:spLocks noGrp="1"/>
          </p:cNvSpPr>
          <p:nvPr>
            <p:ph type="subTitle" idx="1"/>
          </p:nvPr>
        </p:nvSpPr>
        <p:spPr>
          <a:xfrm>
            <a:off x="4552067" y="2415984"/>
            <a:ext cx="30880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39" name="Google Shape;139;p21"/>
          <p:cNvSpPr txBox="1">
            <a:spLocks noGrp="1"/>
          </p:cNvSpPr>
          <p:nvPr>
            <p:ph type="subTitle" idx="2"/>
          </p:nvPr>
        </p:nvSpPr>
        <p:spPr>
          <a:xfrm>
            <a:off x="4752267" y="2869333"/>
            <a:ext cx="2687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40" name="Google Shape;140;p21"/>
          <p:cNvSpPr txBox="1">
            <a:spLocks noGrp="1"/>
          </p:cNvSpPr>
          <p:nvPr>
            <p:ph type="subTitle" idx="3"/>
          </p:nvPr>
        </p:nvSpPr>
        <p:spPr>
          <a:xfrm>
            <a:off x="940967" y="2415984"/>
            <a:ext cx="30880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41" name="Google Shape;141;p21"/>
          <p:cNvSpPr txBox="1">
            <a:spLocks noGrp="1"/>
          </p:cNvSpPr>
          <p:nvPr>
            <p:ph type="subTitle" idx="4"/>
          </p:nvPr>
        </p:nvSpPr>
        <p:spPr>
          <a:xfrm>
            <a:off x="1141167" y="2869333"/>
            <a:ext cx="2687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42" name="Google Shape;142;p21"/>
          <p:cNvSpPr txBox="1">
            <a:spLocks noGrp="1"/>
          </p:cNvSpPr>
          <p:nvPr>
            <p:ph type="subTitle" idx="5"/>
          </p:nvPr>
        </p:nvSpPr>
        <p:spPr>
          <a:xfrm>
            <a:off x="8163100" y="2415984"/>
            <a:ext cx="30880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43" name="Google Shape;143;p21"/>
          <p:cNvSpPr txBox="1">
            <a:spLocks noGrp="1"/>
          </p:cNvSpPr>
          <p:nvPr>
            <p:ph type="subTitle" idx="6"/>
          </p:nvPr>
        </p:nvSpPr>
        <p:spPr>
          <a:xfrm>
            <a:off x="8363300" y="2869333"/>
            <a:ext cx="2687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44" name="Google Shape;144;p21"/>
          <p:cNvSpPr txBox="1">
            <a:spLocks noGrp="1"/>
          </p:cNvSpPr>
          <p:nvPr>
            <p:ph type="subTitle" idx="7"/>
          </p:nvPr>
        </p:nvSpPr>
        <p:spPr>
          <a:xfrm>
            <a:off x="4552067" y="4724617"/>
            <a:ext cx="30880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45" name="Google Shape;145;p21"/>
          <p:cNvSpPr txBox="1">
            <a:spLocks noGrp="1"/>
          </p:cNvSpPr>
          <p:nvPr>
            <p:ph type="subTitle" idx="8"/>
          </p:nvPr>
        </p:nvSpPr>
        <p:spPr>
          <a:xfrm>
            <a:off x="4752267" y="5177967"/>
            <a:ext cx="2687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46" name="Google Shape;146;p21"/>
          <p:cNvSpPr txBox="1">
            <a:spLocks noGrp="1"/>
          </p:cNvSpPr>
          <p:nvPr>
            <p:ph type="subTitle" idx="9"/>
          </p:nvPr>
        </p:nvSpPr>
        <p:spPr>
          <a:xfrm>
            <a:off x="940967" y="4724617"/>
            <a:ext cx="30880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47" name="Google Shape;147;p21"/>
          <p:cNvSpPr txBox="1">
            <a:spLocks noGrp="1"/>
          </p:cNvSpPr>
          <p:nvPr>
            <p:ph type="subTitle" idx="13"/>
          </p:nvPr>
        </p:nvSpPr>
        <p:spPr>
          <a:xfrm>
            <a:off x="1141167" y="5177967"/>
            <a:ext cx="2687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48" name="Google Shape;148;p21"/>
          <p:cNvSpPr txBox="1">
            <a:spLocks noGrp="1"/>
          </p:cNvSpPr>
          <p:nvPr>
            <p:ph type="subTitle" idx="14"/>
          </p:nvPr>
        </p:nvSpPr>
        <p:spPr>
          <a:xfrm>
            <a:off x="8163100" y="4724617"/>
            <a:ext cx="30880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49" name="Google Shape;149;p21"/>
          <p:cNvSpPr txBox="1">
            <a:spLocks noGrp="1"/>
          </p:cNvSpPr>
          <p:nvPr>
            <p:ph type="subTitle" idx="15"/>
          </p:nvPr>
        </p:nvSpPr>
        <p:spPr>
          <a:xfrm>
            <a:off x="8363300" y="5177967"/>
            <a:ext cx="2687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50" name="Google Shape;150;p21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8107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cxnSp>
        <p:nvCxnSpPr>
          <p:cNvPr id="151" name="Google Shape;151;p21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2" name="Google Shape;152;p21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14176634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1">
  <p:cSld name="Title and four columns 1"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>
            <a:spLocks noGrp="1"/>
          </p:cNvSpPr>
          <p:nvPr>
            <p:ph type="subTitle" idx="1"/>
          </p:nvPr>
        </p:nvSpPr>
        <p:spPr>
          <a:xfrm>
            <a:off x="6555800" y="2627200"/>
            <a:ext cx="30880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55" name="Google Shape;155;p22"/>
          <p:cNvSpPr txBox="1">
            <a:spLocks noGrp="1"/>
          </p:cNvSpPr>
          <p:nvPr>
            <p:ph type="subTitle" idx="2"/>
          </p:nvPr>
        </p:nvSpPr>
        <p:spPr>
          <a:xfrm>
            <a:off x="6745200" y="3080551"/>
            <a:ext cx="2709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56" name="Google Shape;156;p22"/>
          <p:cNvSpPr txBox="1">
            <a:spLocks noGrp="1"/>
          </p:cNvSpPr>
          <p:nvPr>
            <p:ph type="subTitle" idx="3"/>
          </p:nvPr>
        </p:nvSpPr>
        <p:spPr>
          <a:xfrm>
            <a:off x="2548200" y="2627200"/>
            <a:ext cx="30880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57" name="Google Shape;157;p22"/>
          <p:cNvSpPr txBox="1">
            <a:spLocks noGrp="1"/>
          </p:cNvSpPr>
          <p:nvPr>
            <p:ph type="subTitle" idx="4"/>
          </p:nvPr>
        </p:nvSpPr>
        <p:spPr>
          <a:xfrm>
            <a:off x="2737733" y="3080551"/>
            <a:ext cx="2709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58" name="Google Shape;158;p22"/>
          <p:cNvSpPr txBox="1">
            <a:spLocks noGrp="1"/>
          </p:cNvSpPr>
          <p:nvPr>
            <p:ph type="subTitle" idx="5"/>
          </p:nvPr>
        </p:nvSpPr>
        <p:spPr>
          <a:xfrm>
            <a:off x="6555800" y="4834051"/>
            <a:ext cx="30880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59" name="Google Shape;159;p22"/>
          <p:cNvSpPr txBox="1">
            <a:spLocks noGrp="1"/>
          </p:cNvSpPr>
          <p:nvPr>
            <p:ph type="subTitle" idx="6"/>
          </p:nvPr>
        </p:nvSpPr>
        <p:spPr>
          <a:xfrm>
            <a:off x="6745200" y="5287400"/>
            <a:ext cx="2709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60" name="Google Shape;160;p22"/>
          <p:cNvSpPr txBox="1">
            <a:spLocks noGrp="1"/>
          </p:cNvSpPr>
          <p:nvPr>
            <p:ph type="subTitle" idx="7"/>
          </p:nvPr>
        </p:nvSpPr>
        <p:spPr>
          <a:xfrm>
            <a:off x="2548200" y="4834051"/>
            <a:ext cx="30880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61" name="Google Shape;161;p22"/>
          <p:cNvSpPr txBox="1">
            <a:spLocks noGrp="1"/>
          </p:cNvSpPr>
          <p:nvPr>
            <p:ph type="subTitle" idx="8"/>
          </p:nvPr>
        </p:nvSpPr>
        <p:spPr>
          <a:xfrm>
            <a:off x="2737600" y="5287400"/>
            <a:ext cx="2709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62" name="Google Shape;162;p22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86404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cxnSp>
        <p:nvCxnSpPr>
          <p:cNvPr id="163" name="Google Shape;163;p22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4" name="Google Shape;164;p22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70100436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2">
  <p:cSld name="Title and three columns 2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3"/>
          <p:cNvSpPr txBox="1">
            <a:spLocks noGrp="1"/>
          </p:cNvSpPr>
          <p:nvPr>
            <p:ph type="subTitle" idx="1"/>
          </p:nvPr>
        </p:nvSpPr>
        <p:spPr>
          <a:xfrm>
            <a:off x="4757500" y="3992800"/>
            <a:ext cx="26872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67" name="Google Shape;167;p23"/>
          <p:cNvSpPr txBox="1">
            <a:spLocks noGrp="1"/>
          </p:cNvSpPr>
          <p:nvPr>
            <p:ph type="subTitle" idx="2"/>
          </p:nvPr>
        </p:nvSpPr>
        <p:spPr>
          <a:xfrm>
            <a:off x="4757500" y="4446133"/>
            <a:ext cx="2687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68" name="Google Shape;168;p23"/>
          <p:cNvSpPr txBox="1">
            <a:spLocks noGrp="1"/>
          </p:cNvSpPr>
          <p:nvPr>
            <p:ph type="subTitle" idx="3"/>
          </p:nvPr>
        </p:nvSpPr>
        <p:spPr>
          <a:xfrm>
            <a:off x="1451133" y="3992800"/>
            <a:ext cx="26872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69" name="Google Shape;169;p23"/>
          <p:cNvSpPr txBox="1">
            <a:spLocks noGrp="1"/>
          </p:cNvSpPr>
          <p:nvPr>
            <p:ph type="subTitle" idx="4"/>
          </p:nvPr>
        </p:nvSpPr>
        <p:spPr>
          <a:xfrm>
            <a:off x="1451267" y="4446133"/>
            <a:ext cx="2687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70" name="Google Shape;170;p23"/>
          <p:cNvSpPr txBox="1">
            <a:spLocks noGrp="1"/>
          </p:cNvSpPr>
          <p:nvPr>
            <p:ph type="subTitle" idx="5"/>
          </p:nvPr>
        </p:nvSpPr>
        <p:spPr>
          <a:xfrm>
            <a:off x="8073933" y="3992800"/>
            <a:ext cx="26872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71" name="Google Shape;171;p23"/>
          <p:cNvSpPr txBox="1">
            <a:spLocks noGrp="1"/>
          </p:cNvSpPr>
          <p:nvPr>
            <p:ph type="subTitle" idx="6"/>
          </p:nvPr>
        </p:nvSpPr>
        <p:spPr>
          <a:xfrm>
            <a:off x="8073933" y="4446133"/>
            <a:ext cx="2687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72" name="Google Shape;172;p23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6351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cxnSp>
        <p:nvCxnSpPr>
          <p:cNvPr id="173" name="Google Shape;173;p23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4" name="Google Shape;174;p23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5" name="Google Shape;175;p23"/>
          <p:cNvCxnSpPr/>
          <p:nvPr/>
        </p:nvCxnSpPr>
        <p:spPr>
          <a:xfrm>
            <a:off x="9912233" y="-167467"/>
            <a:ext cx="2657600" cy="17736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88869236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2">
  <p:cSld name="Title and four columns 2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4"/>
          <p:cNvSpPr txBox="1">
            <a:spLocks noGrp="1"/>
          </p:cNvSpPr>
          <p:nvPr>
            <p:ph type="subTitle" idx="1"/>
          </p:nvPr>
        </p:nvSpPr>
        <p:spPr>
          <a:xfrm>
            <a:off x="6333583" y="2297200"/>
            <a:ext cx="26864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78" name="Google Shape;178;p24"/>
          <p:cNvSpPr txBox="1">
            <a:spLocks noGrp="1"/>
          </p:cNvSpPr>
          <p:nvPr>
            <p:ph type="subTitle" idx="2"/>
          </p:nvPr>
        </p:nvSpPr>
        <p:spPr>
          <a:xfrm>
            <a:off x="6333579" y="2750533"/>
            <a:ext cx="26864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79" name="Google Shape;179;p24"/>
          <p:cNvSpPr txBox="1">
            <a:spLocks noGrp="1"/>
          </p:cNvSpPr>
          <p:nvPr>
            <p:ph type="subTitle" idx="3"/>
          </p:nvPr>
        </p:nvSpPr>
        <p:spPr>
          <a:xfrm>
            <a:off x="3075283" y="2297200"/>
            <a:ext cx="26864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80" name="Google Shape;180;p24"/>
          <p:cNvSpPr txBox="1">
            <a:spLocks noGrp="1"/>
          </p:cNvSpPr>
          <p:nvPr>
            <p:ph type="subTitle" idx="4"/>
          </p:nvPr>
        </p:nvSpPr>
        <p:spPr>
          <a:xfrm>
            <a:off x="3075283" y="2750533"/>
            <a:ext cx="26864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81" name="Google Shape;181;p24"/>
          <p:cNvSpPr txBox="1">
            <a:spLocks noGrp="1"/>
          </p:cNvSpPr>
          <p:nvPr>
            <p:ph type="subTitle" idx="5"/>
          </p:nvPr>
        </p:nvSpPr>
        <p:spPr>
          <a:xfrm>
            <a:off x="6333583" y="4211900"/>
            <a:ext cx="26864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82" name="Google Shape;182;p24"/>
          <p:cNvSpPr txBox="1">
            <a:spLocks noGrp="1"/>
          </p:cNvSpPr>
          <p:nvPr>
            <p:ph type="subTitle" idx="6"/>
          </p:nvPr>
        </p:nvSpPr>
        <p:spPr>
          <a:xfrm>
            <a:off x="6333579" y="4665233"/>
            <a:ext cx="26864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83" name="Google Shape;183;p24"/>
          <p:cNvSpPr txBox="1">
            <a:spLocks noGrp="1"/>
          </p:cNvSpPr>
          <p:nvPr>
            <p:ph type="subTitle" idx="7"/>
          </p:nvPr>
        </p:nvSpPr>
        <p:spPr>
          <a:xfrm>
            <a:off x="3075283" y="4211900"/>
            <a:ext cx="26864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84" name="Google Shape;184;p24"/>
          <p:cNvSpPr txBox="1">
            <a:spLocks noGrp="1"/>
          </p:cNvSpPr>
          <p:nvPr>
            <p:ph type="subTitle" idx="8"/>
          </p:nvPr>
        </p:nvSpPr>
        <p:spPr>
          <a:xfrm>
            <a:off x="3075283" y="4665233"/>
            <a:ext cx="26864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85" name="Google Shape;185;p24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37144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cxnSp>
        <p:nvCxnSpPr>
          <p:cNvPr id="186" name="Google Shape;186;p24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7" name="Google Shape;187;p24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75682065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Numbers and text"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5"/>
          <p:cNvSpPr txBox="1">
            <a:spLocks noGrp="1"/>
          </p:cNvSpPr>
          <p:nvPr>
            <p:ph type="title" hasCustomPrompt="1"/>
          </p:nvPr>
        </p:nvSpPr>
        <p:spPr>
          <a:xfrm>
            <a:off x="3457233" y="952800"/>
            <a:ext cx="5277600" cy="8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000"/>
              <a:buNone/>
              <a:defRPr sz="60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9pPr>
          </a:lstStyle>
          <a:p>
            <a:r>
              <a:t>xx%</a:t>
            </a:r>
          </a:p>
        </p:txBody>
      </p:sp>
      <p:sp>
        <p:nvSpPr>
          <p:cNvPr id="190" name="Google Shape;190;p25"/>
          <p:cNvSpPr txBox="1">
            <a:spLocks noGrp="1"/>
          </p:cNvSpPr>
          <p:nvPr>
            <p:ph type="subTitle" idx="1"/>
          </p:nvPr>
        </p:nvSpPr>
        <p:spPr>
          <a:xfrm>
            <a:off x="3153312" y="1795200"/>
            <a:ext cx="5885600" cy="5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91" name="Google Shape;191;p25"/>
          <p:cNvSpPr txBox="1">
            <a:spLocks noGrp="1"/>
          </p:cNvSpPr>
          <p:nvPr>
            <p:ph type="title" idx="2" hasCustomPrompt="1"/>
          </p:nvPr>
        </p:nvSpPr>
        <p:spPr>
          <a:xfrm>
            <a:off x="3457233" y="2750700"/>
            <a:ext cx="5277600" cy="8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000"/>
              <a:buNone/>
              <a:defRPr sz="5733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9pPr>
          </a:lstStyle>
          <a:p>
            <a:r>
              <a:t>xx%</a:t>
            </a:r>
          </a:p>
        </p:txBody>
      </p:sp>
      <p:sp>
        <p:nvSpPr>
          <p:cNvPr id="192" name="Google Shape;192;p25"/>
          <p:cNvSpPr txBox="1">
            <a:spLocks noGrp="1"/>
          </p:cNvSpPr>
          <p:nvPr>
            <p:ph type="subTitle" idx="3"/>
          </p:nvPr>
        </p:nvSpPr>
        <p:spPr>
          <a:xfrm>
            <a:off x="3153312" y="3593100"/>
            <a:ext cx="5885600" cy="5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93" name="Google Shape;193;p25"/>
          <p:cNvSpPr txBox="1">
            <a:spLocks noGrp="1"/>
          </p:cNvSpPr>
          <p:nvPr>
            <p:ph type="title" idx="4" hasCustomPrompt="1"/>
          </p:nvPr>
        </p:nvSpPr>
        <p:spPr>
          <a:xfrm>
            <a:off x="3457233" y="4548600"/>
            <a:ext cx="5277600" cy="8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000"/>
              <a:buNone/>
              <a:defRPr sz="5733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9pPr>
          </a:lstStyle>
          <a:p>
            <a:r>
              <a:t>xx%</a:t>
            </a:r>
          </a:p>
        </p:txBody>
      </p:sp>
      <p:sp>
        <p:nvSpPr>
          <p:cNvPr id="194" name="Google Shape;194;p25"/>
          <p:cNvSpPr txBox="1">
            <a:spLocks noGrp="1"/>
          </p:cNvSpPr>
          <p:nvPr>
            <p:ph type="subTitle" idx="5"/>
          </p:nvPr>
        </p:nvSpPr>
        <p:spPr>
          <a:xfrm>
            <a:off x="3153267" y="5391000"/>
            <a:ext cx="5885600" cy="5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cxnSp>
        <p:nvCxnSpPr>
          <p:cNvPr id="195" name="Google Shape;195;p25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6" name="Google Shape;196;p25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4816420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Title and text 2"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6"/>
          <p:cNvSpPr txBox="1">
            <a:spLocks noGrp="1"/>
          </p:cNvSpPr>
          <p:nvPr>
            <p:ph type="title"/>
          </p:nvPr>
        </p:nvSpPr>
        <p:spPr>
          <a:xfrm>
            <a:off x="1071667" y="2701067"/>
            <a:ext cx="5450000" cy="89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sp>
        <p:nvSpPr>
          <p:cNvPr id="199" name="Google Shape;199;p26"/>
          <p:cNvSpPr txBox="1">
            <a:spLocks noGrp="1"/>
          </p:cNvSpPr>
          <p:nvPr>
            <p:ph type="subTitle" idx="1"/>
          </p:nvPr>
        </p:nvSpPr>
        <p:spPr>
          <a:xfrm>
            <a:off x="1071667" y="3591367"/>
            <a:ext cx="4212400" cy="74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Josefin Sans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cxnSp>
        <p:nvCxnSpPr>
          <p:cNvPr id="200" name="Google Shape;200;p26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1" name="Google Shape;201;p26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6077445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Title and text 3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7"/>
          <p:cNvSpPr txBox="1">
            <a:spLocks noGrp="1"/>
          </p:cNvSpPr>
          <p:nvPr>
            <p:ph type="title"/>
          </p:nvPr>
        </p:nvSpPr>
        <p:spPr>
          <a:xfrm>
            <a:off x="5986867" y="2730300"/>
            <a:ext cx="4485600" cy="8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  <a:sym typeface="Open Sans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  <a:sym typeface="Open Sans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  <a:sym typeface="Open Sans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  <a:sym typeface="Open Sans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  <a:sym typeface="Open Sans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  <a:sym typeface="Open Sans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  <a:sym typeface="Open Sans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  <a:sym typeface="Open Sans SemiBold"/>
              </a:defRPr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sp>
        <p:nvSpPr>
          <p:cNvPr id="204" name="Google Shape;204;p27"/>
          <p:cNvSpPr txBox="1">
            <a:spLocks noGrp="1"/>
          </p:cNvSpPr>
          <p:nvPr>
            <p:ph type="subTitle" idx="1"/>
          </p:nvPr>
        </p:nvSpPr>
        <p:spPr>
          <a:xfrm>
            <a:off x="6474067" y="3593100"/>
            <a:ext cx="3998400" cy="74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Josefin Sans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 sz="2000"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 sz="2000"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 sz="2000"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 sz="2000"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 sz="2000"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 sz="2000"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 sz="2000"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 sz="2000"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cxnSp>
        <p:nvCxnSpPr>
          <p:cNvPr id="205" name="Google Shape;205;p27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27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56494343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 1">
  <p:cSld name="One column text 1"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>
            <a:spLocks noGrp="1"/>
          </p:cNvSpPr>
          <p:nvPr>
            <p:ph type="subTitle" idx="1"/>
          </p:nvPr>
        </p:nvSpPr>
        <p:spPr>
          <a:xfrm>
            <a:off x="5555733" y="1938033"/>
            <a:ext cx="5276800" cy="385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R="50799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209" name="Google Shape;209;p28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6003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cxnSp>
        <p:nvCxnSpPr>
          <p:cNvPr id="210" name="Google Shape;210;p28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1" name="Google Shape;211;p28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2" name="Google Shape;212;p28"/>
          <p:cNvCxnSpPr/>
          <p:nvPr/>
        </p:nvCxnSpPr>
        <p:spPr>
          <a:xfrm flipH="1">
            <a:off x="9029533" y="4884600"/>
            <a:ext cx="3764400" cy="21776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42691628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Title and two columns 1"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9"/>
          <p:cNvSpPr txBox="1">
            <a:spLocks noGrp="1"/>
          </p:cNvSpPr>
          <p:nvPr>
            <p:ph type="subTitle" idx="1"/>
          </p:nvPr>
        </p:nvSpPr>
        <p:spPr>
          <a:xfrm>
            <a:off x="6421433" y="4821833"/>
            <a:ext cx="39228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215" name="Google Shape;215;p29"/>
          <p:cNvSpPr txBox="1">
            <a:spLocks noGrp="1"/>
          </p:cNvSpPr>
          <p:nvPr>
            <p:ph type="subTitle" idx="2"/>
          </p:nvPr>
        </p:nvSpPr>
        <p:spPr>
          <a:xfrm>
            <a:off x="6421600" y="5275167"/>
            <a:ext cx="3922400" cy="86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216" name="Google Shape;216;p29"/>
          <p:cNvSpPr txBox="1">
            <a:spLocks noGrp="1"/>
          </p:cNvSpPr>
          <p:nvPr>
            <p:ph type="subTitle" idx="3"/>
          </p:nvPr>
        </p:nvSpPr>
        <p:spPr>
          <a:xfrm>
            <a:off x="1847772" y="4821833"/>
            <a:ext cx="39228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217" name="Google Shape;217;p29"/>
          <p:cNvSpPr txBox="1">
            <a:spLocks noGrp="1"/>
          </p:cNvSpPr>
          <p:nvPr>
            <p:ph type="subTitle" idx="4"/>
          </p:nvPr>
        </p:nvSpPr>
        <p:spPr>
          <a:xfrm>
            <a:off x="1848033" y="5275167"/>
            <a:ext cx="3922400" cy="86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218" name="Google Shape;218;p29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3638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cxnSp>
        <p:nvCxnSpPr>
          <p:cNvPr id="219" name="Google Shape;219;p29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0" name="Google Shape;220;p29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92088738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30"/>
          <p:cNvSpPr txBox="1">
            <a:spLocks noGrp="1"/>
          </p:cNvSpPr>
          <p:nvPr>
            <p:ph type="title"/>
          </p:nvPr>
        </p:nvSpPr>
        <p:spPr>
          <a:xfrm>
            <a:off x="3777200" y="1054933"/>
            <a:ext cx="4637600" cy="12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93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sp>
        <p:nvSpPr>
          <p:cNvPr id="223" name="Google Shape;223;p30"/>
          <p:cNvSpPr txBox="1">
            <a:spLocks noGrp="1"/>
          </p:cNvSpPr>
          <p:nvPr>
            <p:ph type="subTitle" idx="1"/>
          </p:nvPr>
        </p:nvSpPr>
        <p:spPr>
          <a:xfrm>
            <a:off x="3977800" y="2332567"/>
            <a:ext cx="4236400" cy="123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224" name="Google Shape;224;p30"/>
          <p:cNvSpPr txBox="1"/>
          <p:nvPr/>
        </p:nvSpPr>
        <p:spPr>
          <a:xfrm>
            <a:off x="3867267" y="4584367"/>
            <a:ext cx="4457600" cy="9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33" b="1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CREDITS</a:t>
            </a:r>
            <a:r>
              <a:rPr lang="en" sz="1333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: This presentation template was created by </a:t>
            </a:r>
            <a:r>
              <a:rPr lang="en" sz="1333" b="1">
                <a:solidFill>
                  <a:schemeClr val="dk2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333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, including icons by </a:t>
            </a:r>
            <a:r>
              <a:rPr lang="en" sz="1333" b="1">
                <a:solidFill>
                  <a:schemeClr val="dk2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333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,and infographics &amp; images by </a:t>
            </a:r>
            <a:r>
              <a:rPr lang="en" sz="1333" b="1">
                <a:solidFill>
                  <a:schemeClr val="dk2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333" b="1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225" name="Google Shape;225;p30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6" name="Google Shape;226;p30"/>
          <p:cNvCxnSpPr/>
          <p:nvPr/>
        </p:nvCxnSpPr>
        <p:spPr>
          <a:xfrm>
            <a:off x="-343967" y="5247167"/>
            <a:ext cx="4063200" cy="1795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7" name="Google Shape;227;p30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8" name="Google Shape;228;p30"/>
          <p:cNvCxnSpPr/>
          <p:nvPr/>
        </p:nvCxnSpPr>
        <p:spPr>
          <a:xfrm>
            <a:off x="8623267" y="-96733"/>
            <a:ext cx="4063200" cy="1795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61104236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ackground"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0" name="Google Shape;230;p31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1" name="Google Shape;231;p31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01654379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ackground 1"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3" name="Google Shape;233;p32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4" name="Google Shape;234;p32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5" name="Google Shape;235;p32"/>
          <p:cNvCxnSpPr/>
          <p:nvPr/>
        </p:nvCxnSpPr>
        <p:spPr>
          <a:xfrm>
            <a:off x="9912233" y="-167467"/>
            <a:ext cx="2657600" cy="17736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6" name="Google Shape;236;p32"/>
          <p:cNvCxnSpPr/>
          <p:nvPr/>
        </p:nvCxnSpPr>
        <p:spPr>
          <a:xfrm>
            <a:off x="-196367" y="5257967"/>
            <a:ext cx="2657600" cy="17736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30375826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Background 2"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8" name="Google Shape;238;p33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9" name="Google Shape;239;p33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0" name="Google Shape;240;p33"/>
          <p:cNvCxnSpPr/>
          <p:nvPr/>
        </p:nvCxnSpPr>
        <p:spPr>
          <a:xfrm flipH="1">
            <a:off x="9029533" y="4884600"/>
            <a:ext cx="3764400" cy="21776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54368628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 preserve="1">
  <p:cSld name="Blank slide"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31289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3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Vidaloka"/>
              <a:buNone/>
              <a:defRPr sz="30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951000" y="1536633"/>
            <a:ext cx="102900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"/>
              <a:buChar char="●"/>
              <a:defRPr sz="18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8174406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E2A47"/>
        </a:solidFill>
        <a:effectLst/>
      </p:bgPr>
    </p:bg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34"/>
          <p:cNvSpPr txBox="1">
            <a:spLocks noGrp="1"/>
          </p:cNvSpPr>
          <p:nvPr>
            <p:ph type="title"/>
          </p:nvPr>
        </p:nvSpPr>
        <p:spPr>
          <a:xfrm>
            <a:off x="1424133" y="1244600"/>
            <a:ext cx="9396400" cy="6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  <p:sp>
        <p:nvSpPr>
          <p:cNvPr id="243" name="Google Shape;243;p34"/>
          <p:cNvSpPr txBox="1">
            <a:spLocks noGrp="1"/>
          </p:cNvSpPr>
          <p:nvPr>
            <p:ph type="body" idx="1"/>
          </p:nvPr>
        </p:nvSpPr>
        <p:spPr>
          <a:xfrm>
            <a:off x="1424133" y="2260600"/>
            <a:ext cx="9396400" cy="33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3659471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5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7697083-7CD6-4396-8A66-1DFFB3DC41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53184" y="1968687"/>
            <a:ext cx="8485631" cy="1460313"/>
          </a:xfrm>
        </p:spPr>
        <p:txBody>
          <a:bodyPr>
            <a:noAutofit/>
          </a:bodyPr>
          <a:lstStyle/>
          <a:p>
            <a:r>
              <a:rPr lang="cs-CZ" sz="4800" dirty="0"/>
              <a:t>Správce hesel s </a:t>
            </a:r>
            <a:r>
              <a:rPr lang="cs-CZ" sz="4800" dirty="0" err="1"/>
              <a:t>dvoufaktorovou</a:t>
            </a:r>
            <a:r>
              <a:rPr lang="cs-CZ" sz="4800" dirty="0"/>
              <a:t> autentizací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260AFED5-0D53-4C68-AEDD-97B1032465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5222" y="4612807"/>
            <a:ext cx="2965445" cy="1460312"/>
          </a:xfrm>
          <a:noFill/>
          <a:ln>
            <a:noFill/>
          </a:ln>
        </p:spPr>
        <p:txBody>
          <a:bodyPr/>
          <a:lstStyle/>
          <a:p>
            <a:pPr algn="l">
              <a:lnSpc>
                <a:spcPct val="150000"/>
              </a:lnSpc>
            </a:pPr>
            <a:r>
              <a:rPr lang="cs-CZ" sz="1400" dirty="0">
                <a:effectLst/>
                <a:latin typeface="Montserrat" panose="00000500000000000000" pitchFamily="2" charset="-18"/>
                <a:ea typeface="Calibri" panose="020F0502020204030204" pitchFamily="34" charset="0"/>
                <a:cs typeface="Times New Roman" panose="02020603050405020304" pitchFamily="18" charset="0"/>
              </a:rPr>
              <a:t>Oliver </a:t>
            </a:r>
            <a:r>
              <a:rPr lang="cs-CZ" sz="1400" dirty="0" err="1">
                <a:effectLst/>
                <a:latin typeface="Montserrat" panose="00000500000000000000" pitchFamily="2" charset="-18"/>
                <a:ea typeface="Calibri" panose="020F0502020204030204" pitchFamily="34" charset="0"/>
                <a:cs typeface="Times New Roman" panose="02020603050405020304" pitchFamily="18" charset="0"/>
              </a:rPr>
              <a:t>Bielik</a:t>
            </a:r>
            <a:r>
              <a:rPr lang="cs-CZ" sz="1400" dirty="0">
                <a:effectLst/>
                <a:latin typeface="Montserrat" panose="00000500000000000000" pitchFamily="2" charset="-18"/>
                <a:ea typeface="Calibri" panose="020F0502020204030204" pitchFamily="34" charset="0"/>
                <a:cs typeface="Times New Roman" panose="02020603050405020304" pitchFamily="18" charset="0"/>
              </a:rPr>
              <a:t> (231229)</a:t>
            </a:r>
          </a:p>
          <a:p>
            <a:pPr algn="l">
              <a:lnSpc>
                <a:spcPct val="150000"/>
              </a:lnSpc>
            </a:pPr>
            <a:r>
              <a:rPr lang="cs-CZ" sz="1400" dirty="0">
                <a:effectLst/>
                <a:latin typeface="Montserrat" panose="00000500000000000000" pitchFamily="2" charset="-18"/>
                <a:ea typeface="Calibri" panose="020F0502020204030204" pitchFamily="34" charset="0"/>
                <a:cs typeface="Times New Roman" panose="02020603050405020304" pitchFamily="18" charset="0"/>
              </a:rPr>
              <a:t>Vojtěch Vaculík (230338)</a:t>
            </a:r>
            <a:endParaRPr lang="cs-CZ" sz="1400" dirty="0">
              <a:latin typeface="Montserrat" panose="00000500000000000000" pitchFamily="2" charset="-18"/>
            </a:endParaRPr>
          </a:p>
          <a:p>
            <a:pPr algn="l">
              <a:lnSpc>
                <a:spcPct val="150000"/>
              </a:lnSpc>
            </a:pPr>
            <a:r>
              <a:rPr lang="cs-CZ" sz="1400" dirty="0">
                <a:effectLst/>
                <a:latin typeface="Montserrat" panose="00000500000000000000" pitchFamily="2" charset="-18"/>
                <a:ea typeface="Calibri" panose="020F0502020204030204" pitchFamily="34" charset="0"/>
                <a:cs typeface="Times New Roman" panose="02020603050405020304" pitchFamily="18" charset="0"/>
              </a:rPr>
              <a:t>David Zeman (231304)</a:t>
            </a:r>
          </a:p>
          <a:p>
            <a:pPr algn="l">
              <a:lnSpc>
                <a:spcPct val="150000"/>
              </a:lnSpc>
            </a:pPr>
            <a:r>
              <a:rPr lang="cs-CZ" sz="1400" dirty="0">
                <a:effectLst/>
                <a:latin typeface="Montserrat" panose="00000500000000000000" pitchFamily="2" charset="-18"/>
                <a:ea typeface="Calibri" panose="020F0502020204030204" pitchFamily="34" charset="0"/>
                <a:cs typeface="Times New Roman" panose="02020603050405020304" pitchFamily="18" charset="0"/>
              </a:rPr>
              <a:t>Michal </a:t>
            </a:r>
            <a:r>
              <a:rPr lang="cs-CZ" sz="1400" dirty="0" err="1">
                <a:effectLst/>
                <a:latin typeface="Montserrat" panose="00000500000000000000" pitchFamily="2" charset="-18"/>
                <a:ea typeface="Calibri" panose="020F0502020204030204" pitchFamily="34" charset="0"/>
                <a:cs typeface="Times New Roman" panose="02020603050405020304" pitchFamily="18" charset="0"/>
              </a:rPr>
              <a:t>Žernovič</a:t>
            </a:r>
            <a:r>
              <a:rPr lang="cs-CZ" sz="1400" dirty="0">
                <a:effectLst/>
                <a:latin typeface="Montserrat" panose="00000500000000000000" pitchFamily="2" charset="-18"/>
                <a:ea typeface="Calibri" panose="020F0502020204030204" pitchFamily="34" charset="0"/>
                <a:cs typeface="Times New Roman" panose="02020603050405020304" pitchFamily="18" charset="0"/>
              </a:rPr>
              <a:t> (230923)</a:t>
            </a:r>
          </a:p>
        </p:txBody>
      </p:sp>
      <p:pic>
        <p:nvPicPr>
          <p:cNvPr id="4" name="Obrázok 1" descr="ELEKTRON-Fotogalerie">
            <a:extLst>
              <a:ext uri="{FF2B5EF4-FFF2-40B4-BE49-F238E27FC236}">
                <a16:creationId xmlns:a16="http://schemas.microsoft.com/office/drawing/2014/main" id="{4E71E07D-A3C8-4366-AB4F-3A9578C60F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51333" y="4861729"/>
            <a:ext cx="2965445" cy="96246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954028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39616A7-1840-40AF-80C3-ADE6D9213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Funkce programu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86290100-B11E-4F4A-B631-7DAB949FB2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50967" y="1501735"/>
            <a:ext cx="5145000" cy="4762898"/>
          </a:xfrm>
        </p:spPr>
        <p:txBody>
          <a:bodyPr/>
          <a:lstStyle/>
          <a:p>
            <a:pPr>
              <a:lnSpc>
                <a:spcPct val="300000"/>
              </a:lnSpc>
            </a:pPr>
            <a:r>
              <a:rPr lang="cs-CZ" sz="1200" dirty="0"/>
              <a:t>Registrace více uživatel</a:t>
            </a:r>
            <a:r>
              <a:rPr lang="sk-SK" sz="1200" dirty="0">
                <a:solidFill>
                  <a:schemeClr val="tx1"/>
                </a:solidFill>
              </a:rPr>
              <a:t>ů</a:t>
            </a:r>
            <a:endParaRPr lang="cs-CZ" sz="1200" dirty="0">
              <a:solidFill>
                <a:schemeClr val="tx1"/>
              </a:solidFill>
            </a:endParaRPr>
          </a:p>
          <a:p>
            <a:pPr>
              <a:lnSpc>
                <a:spcPct val="300000"/>
              </a:lnSpc>
            </a:pPr>
            <a:r>
              <a:rPr lang="cs-CZ" sz="1200" dirty="0" err="1"/>
              <a:t>Dvoufaktorové</a:t>
            </a:r>
            <a:r>
              <a:rPr lang="cs-CZ" sz="1200" dirty="0"/>
              <a:t> přihlášení</a:t>
            </a:r>
          </a:p>
          <a:p>
            <a:pPr>
              <a:lnSpc>
                <a:spcPct val="300000"/>
              </a:lnSpc>
            </a:pPr>
            <a:r>
              <a:rPr lang="cs-CZ" sz="1200" dirty="0"/>
              <a:t>Zašifrování databáze a souboru s hesly</a:t>
            </a:r>
          </a:p>
          <a:p>
            <a:pPr>
              <a:lnSpc>
                <a:spcPct val="300000"/>
              </a:lnSpc>
            </a:pPr>
            <a:r>
              <a:rPr lang="cs-CZ" sz="1200" dirty="0"/>
              <a:t>Uložení hesel</a:t>
            </a:r>
          </a:p>
          <a:p>
            <a:pPr>
              <a:lnSpc>
                <a:spcPct val="300000"/>
              </a:lnSpc>
            </a:pPr>
            <a:r>
              <a:rPr lang="cs-CZ" sz="1200" dirty="0"/>
              <a:t>Vypsání hesel</a:t>
            </a:r>
          </a:p>
          <a:p>
            <a:pPr>
              <a:lnSpc>
                <a:spcPct val="300000"/>
              </a:lnSpc>
            </a:pPr>
            <a:r>
              <a:rPr lang="cs-CZ" sz="1200" dirty="0"/>
              <a:t>Smazání hesel</a:t>
            </a:r>
          </a:p>
          <a:p>
            <a:pPr>
              <a:lnSpc>
                <a:spcPct val="300000"/>
              </a:lnSpc>
            </a:pPr>
            <a:r>
              <a:rPr lang="cs-CZ" sz="1200" dirty="0"/>
              <a:t>Logování</a:t>
            </a:r>
          </a:p>
          <a:p>
            <a:pPr>
              <a:lnSpc>
                <a:spcPct val="300000"/>
              </a:lnSpc>
            </a:pPr>
            <a:r>
              <a:rPr lang="cs-CZ" sz="1200" dirty="0"/>
              <a:t>Ověření integrity souboru s hesly</a:t>
            </a:r>
          </a:p>
        </p:txBody>
      </p:sp>
    </p:spTree>
    <p:extLst>
      <p:ext uri="{BB962C8B-B14F-4D97-AF65-F5344CB8AC3E}">
        <p14:creationId xmlns:p14="http://schemas.microsoft.com/office/powerpoint/2010/main" val="32099448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ázek 3">
            <a:extLst>
              <a:ext uri="{FF2B5EF4-FFF2-40B4-BE49-F238E27FC236}">
                <a16:creationId xmlns:a16="http://schemas.microsoft.com/office/drawing/2014/main" id="{CB3B644F-28E4-4603-9566-359CBD4C45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121" y="388758"/>
            <a:ext cx="9393758" cy="6092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805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8DE9064-AF59-4129-AA4B-92FA4BCF6C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Registrace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73842D6C-1AFF-4C8F-9DE1-F58F6EF7FB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51000" y="1697233"/>
            <a:ext cx="4753638" cy="4317362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cs-CZ" dirty="0"/>
              <a:t>Přihlašovací údaje se ukládají do </a:t>
            </a:r>
            <a:r>
              <a:rPr lang="cs-CZ" dirty="0" err="1"/>
              <a:t>users.db</a:t>
            </a:r>
            <a:endParaRPr lang="cs-CZ" dirty="0"/>
          </a:p>
          <a:p>
            <a:pPr lvl="1">
              <a:lnSpc>
                <a:spcPct val="150000"/>
              </a:lnSpc>
            </a:pPr>
            <a:r>
              <a:rPr lang="cs-CZ" sz="1400" dirty="0"/>
              <a:t>Knihovna sqlite3</a:t>
            </a:r>
          </a:p>
          <a:p>
            <a:pPr lvl="1">
              <a:lnSpc>
                <a:spcPct val="150000"/>
              </a:lnSpc>
            </a:pPr>
            <a:r>
              <a:rPr lang="cs-CZ" sz="1400" dirty="0"/>
              <a:t>Šifrováno pomocí AES</a:t>
            </a:r>
          </a:p>
          <a:p>
            <a:pPr>
              <a:lnSpc>
                <a:spcPct val="150000"/>
              </a:lnSpc>
            </a:pPr>
            <a:r>
              <a:rPr lang="cs-CZ" sz="1470" dirty="0"/>
              <a:t>E-mail</a:t>
            </a:r>
          </a:p>
          <a:p>
            <a:pPr>
              <a:lnSpc>
                <a:spcPct val="150000"/>
              </a:lnSpc>
            </a:pPr>
            <a:r>
              <a:rPr lang="cs-CZ" sz="1470" dirty="0"/>
              <a:t>Heslo</a:t>
            </a:r>
            <a:endParaRPr lang="cs-CZ" sz="1870" dirty="0"/>
          </a:p>
          <a:p>
            <a:pPr lvl="1">
              <a:lnSpc>
                <a:spcPct val="150000"/>
              </a:lnSpc>
            </a:pPr>
            <a:r>
              <a:rPr lang="cs-CZ" sz="1400" dirty="0"/>
              <a:t>Knihovna </a:t>
            </a:r>
            <a:r>
              <a:rPr lang="cs-CZ" sz="1400" dirty="0" err="1"/>
              <a:t>Bcrypt</a:t>
            </a:r>
            <a:endParaRPr lang="cs-CZ" sz="1400" dirty="0"/>
          </a:p>
          <a:p>
            <a:pPr lvl="1">
              <a:lnSpc>
                <a:spcPct val="150000"/>
              </a:lnSpc>
            </a:pPr>
            <a:r>
              <a:rPr lang="cs-CZ" sz="1400" dirty="0"/>
              <a:t>Algoritmus </a:t>
            </a:r>
            <a:r>
              <a:rPr lang="cs-CZ" sz="1400" dirty="0" err="1"/>
              <a:t>Blowfish</a:t>
            </a:r>
            <a:endParaRPr lang="cs-CZ" sz="1400" dirty="0"/>
          </a:p>
          <a:p>
            <a:pPr>
              <a:lnSpc>
                <a:spcPct val="150000"/>
              </a:lnSpc>
            </a:pPr>
            <a:r>
              <a:rPr lang="cs-CZ" sz="1470" dirty="0"/>
              <a:t>Soubor s hesly</a:t>
            </a:r>
          </a:p>
          <a:p>
            <a:pPr lvl="1">
              <a:lnSpc>
                <a:spcPct val="150000"/>
              </a:lnSpc>
            </a:pPr>
            <a:r>
              <a:rPr lang="cs-CZ" sz="1400" dirty="0"/>
              <a:t>Na výběr několik možností šifrování</a:t>
            </a:r>
          </a:p>
        </p:txBody>
      </p:sp>
      <p:pic>
        <p:nvPicPr>
          <p:cNvPr id="5" name="Obrázek 4">
            <a:extLst>
              <a:ext uri="{FF2B5EF4-FFF2-40B4-BE49-F238E27FC236}">
                <a16:creationId xmlns:a16="http://schemas.microsoft.com/office/drawing/2014/main" id="{341E49DF-E4C4-4F31-98B7-BCFDC52406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5684" y="975167"/>
            <a:ext cx="4753638" cy="5039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9036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01BAF46-0C11-4D32-8BE3-D2C690021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Přihlášení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836CB79B-2557-414D-B4C5-164C41B74C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51000" y="1697233"/>
            <a:ext cx="4701371" cy="4394400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cs-CZ" dirty="0"/>
              <a:t>Uživatel:</a:t>
            </a:r>
          </a:p>
          <a:p>
            <a:pPr lvl="1">
              <a:lnSpc>
                <a:spcPct val="150000"/>
              </a:lnSpc>
            </a:pPr>
            <a:r>
              <a:rPr lang="cs-CZ" sz="1400" dirty="0"/>
              <a:t>Vyplnění údajů</a:t>
            </a:r>
          </a:p>
          <a:p>
            <a:pPr lvl="1">
              <a:lnSpc>
                <a:spcPct val="150000"/>
              </a:lnSpc>
            </a:pPr>
            <a:r>
              <a:rPr lang="cs-CZ" sz="1400" dirty="0"/>
              <a:t>Zadání kódu z emailu</a:t>
            </a:r>
          </a:p>
          <a:p>
            <a:pPr>
              <a:lnSpc>
                <a:spcPct val="150000"/>
              </a:lnSpc>
            </a:pPr>
            <a:endParaRPr lang="cs-CZ" dirty="0"/>
          </a:p>
          <a:p>
            <a:pPr>
              <a:lnSpc>
                <a:spcPct val="150000"/>
              </a:lnSpc>
            </a:pPr>
            <a:r>
              <a:rPr lang="cs-CZ" dirty="0"/>
              <a:t>Program:</a:t>
            </a:r>
          </a:p>
          <a:p>
            <a:pPr lvl="1">
              <a:lnSpc>
                <a:spcPct val="150000"/>
              </a:lnSpc>
            </a:pPr>
            <a:r>
              <a:rPr lang="cs-CZ" sz="1400" dirty="0"/>
              <a:t>Kontrola údajů</a:t>
            </a:r>
          </a:p>
          <a:p>
            <a:pPr lvl="1">
              <a:lnSpc>
                <a:spcPct val="150000"/>
              </a:lnSpc>
            </a:pPr>
            <a:r>
              <a:rPr lang="cs-CZ" sz="1400" dirty="0"/>
              <a:t>Odeslání kódu</a:t>
            </a:r>
          </a:p>
          <a:p>
            <a:pPr lvl="2">
              <a:lnSpc>
                <a:spcPct val="150000"/>
              </a:lnSpc>
            </a:pPr>
            <a:r>
              <a:rPr lang="cs-CZ" sz="1300" dirty="0"/>
              <a:t>Knihovny </a:t>
            </a:r>
            <a:r>
              <a:rPr lang="cs-CZ" sz="1300" dirty="0" err="1"/>
              <a:t>email.mime</a:t>
            </a:r>
            <a:r>
              <a:rPr lang="cs-CZ" sz="1300" dirty="0"/>
              <a:t>, </a:t>
            </a:r>
            <a:r>
              <a:rPr lang="cs-CZ" sz="1300" dirty="0" err="1"/>
              <a:t>smtplib</a:t>
            </a:r>
            <a:endParaRPr lang="cs-CZ" sz="1300" dirty="0"/>
          </a:p>
          <a:p>
            <a:pPr lvl="1">
              <a:lnSpc>
                <a:spcPct val="150000"/>
              </a:lnSpc>
            </a:pPr>
            <a:r>
              <a:rPr lang="cs-CZ" sz="1400" dirty="0"/>
              <a:t>Ověření integrity</a:t>
            </a:r>
          </a:p>
        </p:txBody>
      </p:sp>
      <p:pic>
        <p:nvPicPr>
          <p:cNvPr id="5" name="Obrázek 4">
            <a:extLst>
              <a:ext uri="{FF2B5EF4-FFF2-40B4-BE49-F238E27FC236}">
                <a16:creationId xmlns:a16="http://schemas.microsoft.com/office/drawing/2014/main" id="{6A8D1F3D-EB66-4E45-9AAB-6666837B34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7347" y="543644"/>
            <a:ext cx="3153309" cy="335078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Obrázek 8">
            <a:extLst>
              <a:ext uri="{FF2B5EF4-FFF2-40B4-BE49-F238E27FC236}">
                <a16:creationId xmlns:a16="http://schemas.microsoft.com/office/drawing/2014/main" id="{B16C249D-38AA-4C65-B0B8-C2B1297B8B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9631" y="2222738"/>
            <a:ext cx="3661766" cy="38688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Obrázek 6">
            <a:extLst>
              <a:ext uri="{FF2B5EF4-FFF2-40B4-BE49-F238E27FC236}">
                <a16:creationId xmlns:a16="http://schemas.microsoft.com/office/drawing/2014/main" id="{CF2D58F2-EADC-412F-BA75-C4733631F6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001" y="4375619"/>
            <a:ext cx="4388984" cy="153569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69451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1503257-EC72-4751-9104-7EAB1066A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Práce s hesly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E49110E4-E84D-43D3-A182-430ABB79FB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51000" y="1697233"/>
            <a:ext cx="4068675" cy="4394400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cs-CZ" dirty="0"/>
              <a:t>Zobrazení hesel v tabulce</a:t>
            </a:r>
          </a:p>
          <a:p>
            <a:pPr>
              <a:lnSpc>
                <a:spcPct val="150000"/>
              </a:lnSpc>
            </a:pPr>
            <a:r>
              <a:rPr lang="cs-CZ" dirty="0"/>
              <a:t>Kolonky pro nové heslo nebo smazání hesla</a:t>
            </a:r>
          </a:p>
        </p:txBody>
      </p:sp>
      <p:pic>
        <p:nvPicPr>
          <p:cNvPr id="5" name="Obrázek 4">
            <a:extLst>
              <a:ext uri="{FF2B5EF4-FFF2-40B4-BE49-F238E27FC236}">
                <a16:creationId xmlns:a16="http://schemas.microsoft.com/office/drawing/2014/main" id="{BB95E5A6-99FB-4F7F-A47B-ADA2EBA203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53098" y="2413442"/>
            <a:ext cx="3034078" cy="3470676"/>
          </a:xfrm>
          <a:prstGeom prst="rect">
            <a:avLst/>
          </a:prstGeom>
        </p:spPr>
      </p:pic>
      <p:pic>
        <p:nvPicPr>
          <p:cNvPr id="9" name="Obrázek 8">
            <a:extLst>
              <a:ext uri="{FF2B5EF4-FFF2-40B4-BE49-F238E27FC236}">
                <a16:creationId xmlns:a16="http://schemas.microsoft.com/office/drawing/2014/main" id="{AB229A52-CDC4-42FA-A042-52DFCDF9B9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1909" y="593367"/>
            <a:ext cx="2897321" cy="3336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14121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AA7F81E5-FAB3-424A-82E6-9CF8E26F0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Bezpečné uložení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EFC1DF62-D909-4D68-B913-81954A0A56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cs-CZ" dirty="0"/>
              <a:t>Z důvodu šifrování a dešifrování</a:t>
            </a:r>
          </a:p>
          <a:p>
            <a:pPr>
              <a:lnSpc>
                <a:spcPct val="150000"/>
              </a:lnSpc>
            </a:pPr>
            <a:r>
              <a:rPr lang="cs-CZ" dirty="0"/>
              <a:t>Zavření křížkem</a:t>
            </a:r>
          </a:p>
          <a:p>
            <a:pPr lvl="1">
              <a:lnSpc>
                <a:spcPct val="150000"/>
              </a:lnSpc>
            </a:pPr>
            <a:r>
              <a:rPr lang="cs-CZ" sz="1400" dirty="0"/>
              <a:t>Soubor se nezašifruje</a:t>
            </a:r>
          </a:p>
          <a:p>
            <a:pPr lvl="1">
              <a:lnSpc>
                <a:spcPct val="150000"/>
              </a:lnSpc>
            </a:pPr>
            <a:r>
              <a:rPr lang="cs-CZ" sz="1400" dirty="0"/>
              <a:t>Nové otevření =&gt; dešifrace nezašifrovaného =&gt; nečitelnost dat</a:t>
            </a:r>
          </a:p>
        </p:txBody>
      </p:sp>
    </p:spTree>
    <p:extLst>
      <p:ext uri="{BB962C8B-B14F-4D97-AF65-F5344CB8AC3E}">
        <p14:creationId xmlns:p14="http://schemas.microsoft.com/office/powerpoint/2010/main" val="7317602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6F07F20-DAA1-4D44-A87C-5E03F105A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Logování</a:t>
            </a:r>
          </a:p>
        </p:txBody>
      </p:sp>
      <p:pic>
        <p:nvPicPr>
          <p:cNvPr id="5" name="Obrázek 4">
            <a:extLst>
              <a:ext uri="{FF2B5EF4-FFF2-40B4-BE49-F238E27FC236}">
                <a16:creationId xmlns:a16="http://schemas.microsoft.com/office/drawing/2014/main" id="{9481E7FD-AE46-48A5-9BC1-587229E318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7468" y="1647576"/>
            <a:ext cx="6897063" cy="3562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048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1EA096C-F4DC-4C5B-A90B-6DDB5CD869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Checklist požadavků 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CB389D18-C6F2-45E4-A95F-41D74D9628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51000" y="1697233"/>
            <a:ext cx="6044604" cy="4394400"/>
          </a:xfrm>
        </p:spPr>
        <p:txBody>
          <a:bodyPr/>
          <a:lstStyle/>
          <a:p>
            <a:r>
              <a:rPr lang="cs-CZ" dirty="0"/>
              <a:t>„Aplikace bude provádět šifrování souborů s hesly na základě uživatelem zvoleného algoritmu a délky klíče“</a:t>
            </a:r>
          </a:p>
          <a:p>
            <a:endParaRPr lang="cs-CZ" dirty="0"/>
          </a:p>
          <a:p>
            <a:r>
              <a:rPr lang="cs-CZ" dirty="0"/>
              <a:t>„Bude také zajištěna kontrola integrity souboru s hesly“</a:t>
            </a:r>
          </a:p>
          <a:p>
            <a:endParaRPr lang="cs-CZ" dirty="0"/>
          </a:p>
          <a:p>
            <a:r>
              <a:rPr lang="cs-CZ" dirty="0"/>
              <a:t>„Pro šifrování souboru s hesly a jeho kontrolu integrity implementujte minimálně tři různé algoritmy “</a:t>
            </a:r>
          </a:p>
          <a:p>
            <a:endParaRPr lang="cs-CZ" dirty="0"/>
          </a:p>
          <a:p>
            <a:r>
              <a:rPr lang="cs-CZ" dirty="0"/>
              <a:t>„Aplikace bude zaznamenávat proběhlé události (přístup do aplikace, k jednotlivým heslům, …) do logu včetně času“</a:t>
            </a:r>
          </a:p>
        </p:txBody>
      </p:sp>
      <p:pic>
        <p:nvPicPr>
          <p:cNvPr id="5" name="Grafický objekt 4" descr="Zaškrtnutí">
            <a:extLst>
              <a:ext uri="{FF2B5EF4-FFF2-40B4-BE49-F238E27FC236}">
                <a16:creationId xmlns:a16="http://schemas.microsoft.com/office/drawing/2014/main" id="{47038F65-7FDD-4ED4-9A70-02A78FBA49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68982" y="1773313"/>
            <a:ext cx="363985" cy="363985"/>
          </a:xfrm>
          <a:prstGeom prst="rect">
            <a:avLst/>
          </a:prstGeom>
        </p:spPr>
      </p:pic>
      <p:pic>
        <p:nvPicPr>
          <p:cNvPr id="6" name="Grafický objekt 5" descr="Zaškrtnutí">
            <a:extLst>
              <a:ext uri="{FF2B5EF4-FFF2-40B4-BE49-F238E27FC236}">
                <a16:creationId xmlns:a16="http://schemas.microsoft.com/office/drawing/2014/main" id="{9F6D465B-E573-4453-BCA5-115D3F9070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68981" y="2376995"/>
            <a:ext cx="363985" cy="363985"/>
          </a:xfrm>
          <a:prstGeom prst="rect">
            <a:avLst/>
          </a:prstGeom>
        </p:spPr>
      </p:pic>
      <p:pic>
        <p:nvPicPr>
          <p:cNvPr id="7" name="Grafický objekt 6" descr="Zaškrtnutí">
            <a:extLst>
              <a:ext uri="{FF2B5EF4-FFF2-40B4-BE49-F238E27FC236}">
                <a16:creationId xmlns:a16="http://schemas.microsoft.com/office/drawing/2014/main" id="{878AC1E8-A256-4DCF-B902-216BC81AD4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3327" y="2980677"/>
            <a:ext cx="363985" cy="363985"/>
          </a:xfrm>
          <a:prstGeom prst="rect">
            <a:avLst/>
          </a:prstGeom>
        </p:spPr>
      </p:pic>
      <p:pic>
        <p:nvPicPr>
          <p:cNvPr id="8" name="Grafický objekt 7" descr="Zaškrtnutí">
            <a:extLst>
              <a:ext uri="{FF2B5EF4-FFF2-40B4-BE49-F238E27FC236}">
                <a16:creationId xmlns:a16="http://schemas.microsoft.com/office/drawing/2014/main" id="{3B8E8306-E197-406A-952B-2C894B3728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3327" y="3584359"/>
            <a:ext cx="363985" cy="363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49315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ovéPole 1">
            <a:extLst>
              <a:ext uri="{FF2B5EF4-FFF2-40B4-BE49-F238E27FC236}">
                <a16:creationId xmlns:a16="http://schemas.microsoft.com/office/drawing/2014/main" id="{2D26A207-F0E3-4FC6-817C-8F1A989AF886}"/>
              </a:ext>
            </a:extLst>
          </p:cNvPr>
          <p:cNvSpPr txBox="1"/>
          <p:nvPr/>
        </p:nvSpPr>
        <p:spPr>
          <a:xfrm>
            <a:off x="2633662" y="2967335"/>
            <a:ext cx="69246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sz="5400" dirty="0">
                <a:latin typeface="Vidaloka"/>
              </a:rPr>
              <a:t>Děkujeme za pozornost</a:t>
            </a:r>
          </a:p>
        </p:txBody>
      </p:sp>
    </p:spTree>
    <p:extLst>
      <p:ext uri="{BB962C8B-B14F-4D97-AF65-F5344CB8AC3E}">
        <p14:creationId xmlns:p14="http://schemas.microsoft.com/office/powerpoint/2010/main" val="3571794150"/>
      </p:ext>
    </p:extLst>
  </p:cSld>
  <p:clrMapOvr>
    <a:masterClrMapping/>
  </p:clrMapOvr>
</p:sld>
</file>

<file path=ppt/theme/theme1.xml><?xml version="1.0" encoding="utf-8"?>
<a:theme xmlns:a="http://schemas.openxmlformats.org/drawingml/2006/main" name="Minimalist Business Slides by Slidesgo">
  <a:themeElements>
    <a:clrScheme name="Simple Light">
      <a:dk1>
        <a:srgbClr val="000000"/>
      </a:dk1>
      <a:lt1>
        <a:srgbClr val="F5F2EE"/>
      </a:lt1>
      <a:dk2>
        <a:srgbClr val="000000"/>
      </a:dk2>
      <a:lt2>
        <a:srgbClr val="EEEEEE"/>
      </a:lt2>
      <a:accent1>
        <a:srgbClr val="3F3533"/>
      </a:accent1>
      <a:accent2>
        <a:srgbClr val="3F3533"/>
      </a:accent2>
      <a:accent3>
        <a:srgbClr val="3F3533"/>
      </a:accent3>
      <a:accent4>
        <a:srgbClr val="3F3533"/>
      </a:accent4>
      <a:accent5>
        <a:srgbClr val="3F3533"/>
      </a:accent5>
      <a:accent6>
        <a:srgbClr val="3F3533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Minimalist Business Slides by Slidesgo</Template>
  <TotalTime>141</TotalTime>
  <Words>206</Words>
  <Application>Microsoft Office PowerPoint</Application>
  <PresentationFormat>Širokoúhlá obrazovka</PresentationFormat>
  <Paragraphs>52</Paragraphs>
  <Slides>10</Slides>
  <Notes>0</Notes>
  <HiddenSlides>0</HiddenSlides>
  <MMClips>0</MMClips>
  <ScaleCrop>false</ScaleCrop>
  <HeadingPairs>
    <vt:vector size="6" baseType="variant">
      <vt:variant>
        <vt:lpstr>Použitá písma</vt:lpstr>
      </vt:variant>
      <vt:variant>
        <vt:i4>12</vt:i4>
      </vt:variant>
      <vt:variant>
        <vt:lpstr>Motiv</vt:lpstr>
      </vt:variant>
      <vt:variant>
        <vt:i4>2</vt:i4>
      </vt:variant>
      <vt:variant>
        <vt:lpstr>Nadpisy snímků</vt:lpstr>
      </vt:variant>
      <vt:variant>
        <vt:i4>10</vt:i4>
      </vt:variant>
    </vt:vector>
  </HeadingPairs>
  <TitlesOfParts>
    <vt:vector size="24" baseType="lpstr">
      <vt:lpstr>Arial</vt:lpstr>
      <vt:lpstr>Crimson Text</vt:lpstr>
      <vt:lpstr>Josefin Sans</vt:lpstr>
      <vt:lpstr>Lato</vt:lpstr>
      <vt:lpstr>Merriweather Light</vt:lpstr>
      <vt:lpstr>Montserrat</vt:lpstr>
      <vt:lpstr>Open Sans</vt:lpstr>
      <vt:lpstr>Open Sans SemiBold</vt:lpstr>
      <vt:lpstr>Proxima Nova</vt:lpstr>
      <vt:lpstr>Proxima Nova Semibold</vt:lpstr>
      <vt:lpstr>Russo One</vt:lpstr>
      <vt:lpstr>Vidaloka</vt:lpstr>
      <vt:lpstr>Minimalist Business Slides by Slidesgo</vt:lpstr>
      <vt:lpstr>Slidesgo Final Pages</vt:lpstr>
      <vt:lpstr>Správce hesel s dvoufaktorovou autentizací</vt:lpstr>
      <vt:lpstr>Funkce programu</vt:lpstr>
      <vt:lpstr>Prezentace aplikace PowerPoint</vt:lpstr>
      <vt:lpstr>Registrace</vt:lpstr>
      <vt:lpstr>Přihlášení</vt:lpstr>
      <vt:lpstr>Práce s hesly</vt:lpstr>
      <vt:lpstr>Bezpečné uložení</vt:lpstr>
      <vt:lpstr>Logování</vt:lpstr>
      <vt:lpstr>Checklist požadavků </vt:lpstr>
      <vt:lpstr>Prezentace aplikace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Správce hesel s dvoufaktorovou autentizací</dc:title>
  <dc:creator>David Zeman</dc:creator>
  <cp:lastModifiedBy>David Zeman</cp:lastModifiedBy>
  <cp:revision>7</cp:revision>
  <dcterms:created xsi:type="dcterms:W3CDTF">2021-11-27T14:55:43Z</dcterms:created>
  <dcterms:modified xsi:type="dcterms:W3CDTF">2021-12-07T19:44:43Z</dcterms:modified>
</cp:coreProperties>
</file>